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  <p:sldMasterId id="2147483653" r:id="rId3"/>
  </p:sldMasterIdLst>
  <p:notesMasterIdLst>
    <p:notesMasterId r:id="rId11"/>
  </p:notesMasterIdLst>
  <p:handoutMasterIdLst>
    <p:handoutMasterId r:id="rId12"/>
  </p:handoutMasterIdLst>
  <p:sldIdLst>
    <p:sldId id="256" r:id="rId4"/>
    <p:sldId id="490" r:id="rId5"/>
    <p:sldId id="494" r:id="rId6"/>
    <p:sldId id="495" r:id="rId7"/>
    <p:sldId id="491" r:id="rId8"/>
    <p:sldId id="493" r:id="rId9"/>
    <p:sldId id="402" r:id="rId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D8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748" y="1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3376" y="-5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535305-B13A-4D54-AA37-5C48A5194BAE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6D73C0-3EB0-493F-85BA-568868B7EB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9379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0FB7C-F83F-4EB1-9185-B24EFE9878DA}" type="datetimeFigureOut">
              <a:rPr lang="fr-FR" smtClean="0"/>
              <a:t>20/02/2021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C05AE-884A-4259-B46C-1BFBDBD962A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31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0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195486"/>
            <a:ext cx="842493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771550"/>
            <a:ext cx="842493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2" y="339502"/>
            <a:ext cx="4248472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2" y="915566"/>
            <a:ext cx="4248472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6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0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4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79" y="1275606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22473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179512" y="195486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0" y="0"/>
            <a:ext cx="4104456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6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4" y="131536"/>
            <a:ext cx="5796136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1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19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4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5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4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8" y="230919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41" y="1313860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898" y="1731279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7825" y="971550"/>
            <a:ext cx="8343900" cy="39957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C2C201-C571-47D8-A02A-CE1F7DAE9C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6017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32000" y="158354"/>
            <a:ext cx="5557838" cy="5715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4686300"/>
            <a:ext cx="19050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401051" y="4712494"/>
            <a:ext cx="631825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9F808-56E8-4EE0-B1F0-7CD9129F957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2"/>
          </p:nvPr>
        </p:nvSpPr>
        <p:spPr>
          <a:xfrm>
            <a:off x="3124200" y="4686300"/>
            <a:ext cx="28956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765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2" y="699542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2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4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45663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4"/>
            <a:ext cx="45720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/>
          <p:cNvSpPr/>
          <p:nvPr userDrawn="1"/>
        </p:nvSpPr>
        <p:spPr>
          <a:xfrm>
            <a:off x="-26321" y="4881521"/>
            <a:ext cx="2448272" cy="2613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A.Aouichat</a:t>
            </a:r>
            <a:endParaRPr lang="fr-F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  <p:sldLayoutId id="2147483673" r:id="rId14"/>
    <p:sldLayoutId id="2147483674" r:id="rId15"/>
    <p:sldLayoutId id="2147483675" r:id="rId16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179512" y="123478"/>
            <a:ext cx="1152128" cy="72008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-108520" y="3435846"/>
            <a:ext cx="9396536" cy="792089"/>
          </a:xfrm>
          <a:ln w="19050">
            <a:noFill/>
          </a:ln>
        </p:spPr>
        <p:txBody>
          <a:bodyPr/>
          <a:lstStyle/>
          <a:p>
            <a:r>
              <a:rPr lang="en-US" altLang="ko-KR" dirty="0" err="1">
                <a:ea typeface="맑은 고딕" pitchFamily="50" charset="-127"/>
              </a:rPr>
              <a:t>Cours</a:t>
            </a:r>
            <a:r>
              <a:rPr lang="en-US" altLang="ko-KR" dirty="0">
                <a:ea typeface="맑은 고딕" pitchFamily="50" charset="-127"/>
              </a:rPr>
              <a:t> </a:t>
            </a:r>
            <a:r>
              <a:rPr lang="en-US" altLang="ko-KR">
                <a:ea typeface="맑은 고딕" pitchFamily="50" charset="-127"/>
              </a:rPr>
              <a:t>N 04 </a:t>
            </a:r>
            <a:r>
              <a:rPr lang="en-US" altLang="ko-KR" dirty="0">
                <a:ea typeface="맑은 고딕" pitchFamily="50" charset="-127"/>
              </a:rPr>
              <a:t>:</a:t>
            </a:r>
            <a:r>
              <a:rPr lang="fr-FR" sz="3600" dirty="0"/>
              <a:t> Table des illustrations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1520" y="4443958"/>
            <a:ext cx="9144000" cy="288032"/>
          </a:xfrm>
          <a:ln w="12700">
            <a:noFill/>
          </a:ln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altLang="ko-KR" dirty="0" err="1"/>
              <a:t>A.Aouichat</a:t>
            </a:r>
            <a:r>
              <a:rPr lang="en-US" altLang="ko-KR" dirty="0"/>
              <a:t>				   	asm.aouichat@gmail.com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583754" y="4371950"/>
            <a:ext cx="80206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2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table des illustrations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2051720" y="771550"/>
            <a:ext cx="7114273" cy="273630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fr-FR" sz="1500" b="0" i="0" dirty="0">
                <a:solidFill>
                  <a:srgbClr val="3C3C3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Pour insérer une table des illustrations dans Word, il faut au préalable avoir créé les </a:t>
            </a:r>
          </a:p>
          <a:p>
            <a:pPr marL="0" indent="0" algn="l">
              <a:buNone/>
            </a:pPr>
            <a:r>
              <a:rPr lang="fr-FR" sz="1500" dirty="0">
                <a:solidFill>
                  <a:srgbClr val="3C3C3C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   </a:t>
            </a:r>
            <a:r>
              <a:rPr lang="fr-FR" sz="1500" b="0" i="0" dirty="0">
                <a:solidFill>
                  <a:srgbClr val="3C3C3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illustrations concernées. </a:t>
            </a:r>
          </a:p>
          <a:p>
            <a:pPr algn="l"/>
            <a:r>
              <a:rPr lang="fr-FR" sz="1500" b="0" i="0" dirty="0">
                <a:solidFill>
                  <a:srgbClr val="3C3C3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Word met à votre disposition différentes méthodes de création d’illustrations. </a:t>
            </a:r>
          </a:p>
          <a:p>
            <a:pPr algn="l"/>
            <a:r>
              <a:rPr lang="fr-FR" sz="1500" b="0" i="0" dirty="0">
                <a:solidFill>
                  <a:srgbClr val="3C3C3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Pour faire en sorte que ces illustrations soient correctement énumérées dans la table, il faut </a:t>
            </a:r>
            <a:r>
              <a:rPr lang="fr-FR" sz="1500" b="1" i="0" dirty="0">
                <a:solidFill>
                  <a:srgbClr val="3C3C3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nommer les objets</a:t>
            </a:r>
            <a:r>
              <a:rPr lang="fr-FR" sz="1500" b="0" i="0" dirty="0">
                <a:solidFill>
                  <a:srgbClr val="3C3C3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fr-FR" sz="1500" b="0" i="0" dirty="0">
                <a:solidFill>
                  <a:srgbClr val="3C3C3C"/>
                </a:solidFill>
                <a:effectLst/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Pour cela, allez dans l’onglet « Références » et choisissez la fonction « Insérer une légende ». </a:t>
            </a:r>
            <a:br>
              <a:rPr lang="fr-FR" sz="1000" dirty="0"/>
            </a:br>
            <a:endParaRPr lang="fr-FR" sz="1400" b="0" i="0" dirty="0">
              <a:solidFill>
                <a:srgbClr val="616161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37242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3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table des illustrations</a:t>
            </a:r>
            <a:endParaRPr lang="fr-FR" sz="25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3EE58A-5DC0-456C-96D7-0BAC397ED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915566"/>
            <a:ext cx="7164288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5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4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table des illustrations</a:t>
            </a:r>
            <a:endParaRPr lang="fr-FR" sz="25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A491594-D153-4586-AB4E-9D659D6B2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580" y="1059582"/>
            <a:ext cx="7610419" cy="378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77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5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table des illustrations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475656" y="771550"/>
            <a:ext cx="7690337" cy="2736304"/>
          </a:xfrm>
          <a:prstGeom prst="rect">
            <a:avLst/>
          </a:prstGeom>
        </p:spPr>
        <p:txBody>
          <a:bodyPr/>
          <a:lstStyle/>
          <a:p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votre document, cliquez à l’endroit où vous souhaitez insérer la table des illustrations.</a:t>
            </a:r>
          </a:p>
          <a:p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Cliquez sur 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références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&gt; 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Insérer une table des illustrations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b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La commande Insérer une table des illustrations est dans l’onglet Références.">
            <a:extLst>
              <a:ext uri="{FF2B5EF4-FFF2-40B4-BE49-F238E27FC236}">
                <a16:creationId xmlns:a16="http://schemas.microsoft.com/office/drawing/2014/main" id="{5FEBBD4F-E18D-4304-9D39-418B65DB5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491630"/>
            <a:ext cx="7381875" cy="1457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47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ce réservé du numéro de diapositive 4"/>
          <p:cNvSpPr>
            <a:spLocks noGrp="1"/>
          </p:cNvSpPr>
          <p:nvPr>
            <p:ph type="sldNum" sz="quarter" idx="4294967295"/>
          </p:nvPr>
        </p:nvSpPr>
        <p:spPr>
          <a:xfrm>
            <a:off x="8512175" y="4713288"/>
            <a:ext cx="631825" cy="3429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defTabSz="76200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defTabSz="76200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defTabSz="76200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defTabSz="76200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defTabSz="7620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fld id="{7CAB0E25-82A5-4B65-8082-EE000C11623A}" type="slidenum">
              <a:rPr lang="fr-FR" altLang="fr-FR"/>
              <a:pPr/>
              <a:t>6</a:t>
            </a:fld>
            <a:endParaRPr lang="fr-FR" altLang="fr-F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9553" y="158750"/>
            <a:ext cx="8604448" cy="571500"/>
          </a:xfrm>
          <a:prstGeom prst="rect">
            <a:avLst/>
          </a:prstGeom>
        </p:spPr>
        <p:txBody>
          <a:bodyPr/>
          <a:lstStyle/>
          <a:p>
            <a:r>
              <a:rPr lang="fr-FR" sz="2800" dirty="0"/>
              <a:t>insérer une table des illustrations</a:t>
            </a:r>
            <a:endParaRPr lang="fr-FR" sz="2500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quarter" idx="4294967295"/>
          </p:nvPr>
        </p:nvSpPr>
        <p:spPr>
          <a:xfrm>
            <a:off x="1475656" y="771550"/>
            <a:ext cx="7690337" cy="2736304"/>
          </a:xfrm>
          <a:prstGeom prst="rect">
            <a:avLst/>
          </a:prstGeom>
        </p:spPr>
        <p:txBody>
          <a:bodyPr/>
          <a:lstStyle/>
          <a:p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votre document, cliquez à l’endroit où vous souhaitez insérer la table des illustrations.</a:t>
            </a:r>
          </a:p>
          <a:p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Cliquez sur 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références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&gt; </a:t>
            </a:r>
            <a:r>
              <a:rPr lang="fr-FR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Insérer une table des illustrations</a:t>
            </a:r>
            <a: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br>
              <a:rPr lang="fr-F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1500" b="0" i="0" dirty="0">
              <a:solidFill>
                <a:srgbClr val="61616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1A2C490-B0D5-4259-A302-DF0B1F5A1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1493466"/>
            <a:ext cx="4380022" cy="321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065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Question ?</a:t>
            </a:r>
            <a:endParaRPr lang="ko-KR" alt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240" y="-94481"/>
            <a:ext cx="1082055" cy="108205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7657462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11655</TotalTime>
  <Words>179</Words>
  <Application>Microsoft Office PowerPoint</Application>
  <PresentationFormat>Affichage à l'écran (16:9)</PresentationFormat>
  <Paragraphs>24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Calibri</vt:lpstr>
      <vt:lpstr>Open Sans</vt:lpstr>
      <vt:lpstr>Times New Roman</vt:lpstr>
      <vt:lpstr>Cover and End Slide Master</vt:lpstr>
      <vt:lpstr>Contents Slide Master</vt:lpstr>
      <vt:lpstr>Section Break Slide Master</vt:lpstr>
      <vt:lpstr>Présentation PowerPoint</vt:lpstr>
      <vt:lpstr>insérer une table des illustrations</vt:lpstr>
      <vt:lpstr>insérer une table des illustrations</vt:lpstr>
      <vt:lpstr>insérer une table des illustrations</vt:lpstr>
      <vt:lpstr>insérer une table des illustrations</vt:lpstr>
      <vt:lpstr>insérer une table des illustrations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AsmaAouichat@mdibs.onmicrosoft.com</cp:lastModifiedBy>
  <cp:revision>535</cp:revision>
  <dcterms:created xsi:type="dcterms:W3CDTF">2016-12-05T23:26:54Z</dcterms:created>
  <dcterms:modified xsi:type="dcterms:W3CDTF">2021-02-20T19:15:41Z</dcterms:modified>
</cp:coreProperties>
</file>