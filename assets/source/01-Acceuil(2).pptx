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53" r:id="rId3"/>
  </p:sldMasterIdLst>
  <p:notesMasterIdLst>
    <p:notesMasterId r:id="rId16"/>
  </p:notesMasterIdLst>
  <p:handoutMasterIdLst>
    <p:handoutMasterId r:id="rId17"/>
  </p:handoutMasterIdLst>
  <p:sldIdLst>
    <p:sldId id="256" r:id="rId4"/>
    <p:sldId id="401" r:id="rId5"/>
    <p:sldId id="481" r:id="rId6"/>
    <p:sldId id="403" r:id="rId7"/>
    <p:sldId id="404" r:id="rId8"/>
    <p:sldId id="405" r:id="rId9"/>
    <p:sldId id="406" r:id="rId10"/>
    <p:sldId id="408" r:id="rId11"/>
    <p:sldId id="409" r:id="rId12"/>
    <p:sldId id="488" r:id="rId13"/>
    <p:sldId id="489" r:id="rId14"/>
    <p:sldId id="402" r:id="rId1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508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3376" y="-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5305-B13A-4D54-AA37-5C48A5194BAE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D73C0-3EB0-493F-85BA-568868B7EB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37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0FB7C-F83F-4EB1-9185-B24EFE9878DA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05AE-884A-4259-B46C-1BFBDBD96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22473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179512" y="195486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7825" y="971550"/>
            <a:ext cx="8343900" cy="3995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C201-C571-47D8-A02A-CE1F7DAE9C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01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9F808-56E8-4EE0-B1F0-7CD9129F95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6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663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 userDrawn="1"/>
        </p:nvSpPr>
        <p:spPr>
          <a:xfrm>
            <a:off x="-26321" y="4881521"/>
            <a:ext cx="2448272" cy="26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A.Aouichat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  <p:sldLayoutId id="2147483673" r:id="rId14"/>
    <p:sldLayoutId id="2147483674" r:id="rId15"/>
    <p:sldLayoutId id="2147483675" r:id="rId1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oursinfo.fr/wp-content/uploads/2016/02/Word_Menu_Police.png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ursinfo.fr/wp-content/uploads/2016/02/Word_Menu_Police.png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coursinfo.fr/wp-content/uploads/2015/11/alignement_police1.png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108520" y="3435846"/>
            <a:ext cx="9396536" cy="792089"/>
          </a:xfrm>
          <a:ln w="19050">
            <a:noFill/>
          </a:ln>
        </p:spPr>
        <p:txBody>
          <a:bodyPr/>
          <a:lstStyle/>
          <a:p>
            <a:r>
              <a:rPr lang="en-US" altLang="ko-KR" dirty="0" err="1">
                <a:ea typeface="맑은 고딕" pitchFamily="50" charset="-127"/>
              </a:rPr>
              <a:t>Cours</a:t>
            </a:r>
            <a:r>
              <a:rPr lang="en-US" altLang="ko-KR" dirty="0">
                <a:ea typeface="맑은 고딕" pitchFamily="50" charset="-127"/>
              </a:rPr>
              <a:t> N 01 :</a:t>
            </a:r>
            <a:r>
              <a:rPr lang="fr-FR" altLang="ko-KR" dirty="0" err="1">
                <a:ea typeface="맑은 고딕" pitchFamily="50" charset="-127"/>
              </a:rPr>
              <a:t>Acceuil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1520" y="4443958"/>
            <a:ext cx="9144000" cy="288032"/>
          </a:xfrm>
          <a:ln w="12700">
            <a:noFill/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err="1"/>
              <a:t>A.Aouichat</a:t>
            </a:r>
            <a:r>
              <a:rPr lang="en-US" altLang="ko-KR" dirty="0"/>
              <a:t>				   	asm.aouichat@gmail.com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583754" y="4371950"/>
            <a:ext cx="80206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onglets du ruban : “Accueil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547664" y="730250"/>
            <a:ext cx="7980304" cy="319653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L’onglet </a:t>
            </a:r>
            <a:r>
              <a:rPr lang="fr-FR" sz="15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Accueil</a:t>
            </a:r>
            <a:r>
              <a:rPr lang="fr-FR" sz="15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possède les fonctionnalités les plus utiles pour la mise en forme du texte. </a:t>
            </a:r>
          </a:p>
          <a:p>
            <a:pPr marL="0" indent="0" algn="l">
              <a:buNone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 est organisé en 4 catégories :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Presse-papiers,  Police, Paragraphe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et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Style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fr-FR" sz="15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1500" b="0" i="0" u="none" strike="noStrike" dirty="0">
                <a:solidFill>
                  <a:srgbClr val="6F92C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Word_onglet_accueil">
            <a:extLst>
              <a:ext uri="{FF2B5EF4-FFF2-40B4-BE49-F238E27FC236}">
                <a16:creationId xmlns:a16="http://schemas.microsoft.com/office/drawing/2014/main" id="{5DE518BC-48E1-46E9-934B-6531841BA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527491"/>
            <a:ext cx="6516216" cy="2557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71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1- Mettre en forme le texte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763688" y="843558"/>
            <a:ext cx="7764280" cy="308322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Voici le menu “</a:t>
            </a:r>
            <a:r>
              <a:rPr lang="fr-FR" sz="1500" b="1" i="0" dirty="0">
                <a:solidFill>
                  <a:srgbClr val="99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de l’onglet </a:t>
            </a:r>
            <a:r>
              <a:rPr lang="fr-FR" sz="1500" b="1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Accueil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 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ruban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br>
              <a:rPr lang="fr-FR" sz="1500" b="0" i="0" u="none" strike="noStrike" dirty="0">
                <a:solidFill>
                  <a:srgbClr val="6F92C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ord_Menu_Police">
            <a:extLst>
              <a:ext uri="{FF2B5EF4-FFF2-40B4-BE49-F238E27FC236}">
                <a16:creationId xmlns:a16="http://schemas.microsoft.com/office/drawing/2014/main" id="{C9C7C1B8-A1CF-463A-A8CD-075512EAF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347614"/>
            <a:ext cx="432435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50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2-Mettre en gras, italique et souligné !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2267743" y="771550"/>
            <a:ext cx="6898249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fonctionnalités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gras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italique et </a:t>
            </a:r>
            <a:r>
              <a:rPr lang="fr-FR" sz="1500" b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souligné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permettent de mettre en évidence un </a:t>
            </a:r>
          </a:p>
          <a:p>
            <a:pPr marL="0" indent="0" algn="l">
              <a:buNone/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 plusieurs mots dans un paragraphe.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boutons de mise en forme :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et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permettent de passer votre texte en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Gras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0" indent="0" algn="l">
              <a:buNone/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Souligné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et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Italique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touche </a:t>
            </a:r>
            <a:r>
              <a:rPr lang="fr-FR" sz="15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Ctrl_G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fait passer votre texte en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gras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et la touche </a:t>
            </a:r>
            <a:r>
              <a:rPr lang="fr-FR" sz="15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Ctrl_I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 </a:t>
            </a:r>
            <a:r>
              <a:rPr lang="fr-FR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italique</a:t>
            </a:r>
            <a:r>
              <a:rPr lang="fr-FR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01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Mettre en forme les paragraphes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un affichage optimal de votre texte dans la page, utilisez le menu “</a:t>
            </a:r>
            <a:r>
              <a:rPr lang="fr-FR" sz="1500" b="1" i="0" dirty="0">
                <a:solidFill>
                  <a:srgbClr val="99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Paragraphe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de l’onglet </a:t>
            </a:r>
            <a:r>
              <a:rPr lang="fr-FR" sz="1500" b="1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Accueil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 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ruban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2050" name="Picture 2" descr="Word_Menu_Paragraphe">
            <a:extLst>
              <a:ext uri="{FF2B5EF4-FFF2-40B4-BE49-F238E27FC236}">
                <a16:creationId xmlns:a16="http://schemas.microsoft.com/office/drawing/2014/main" id="{948A20EC-FBE9-449B-99DC-1F43B0D5A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27163"/>
            <a:ext cx="432435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2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utiliser une liste à puce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552591" y="1008534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5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liste à puces facilite la lecture à l’écran. La </a:t>
            </a:r>
            <a:r>
              <a:rPr lang="fr-FR" sz="15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puce</a:t>
            </a:r>
            <a:r>
              <a:rPr lang="fr-FR" sz="15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est un symbole qui sert à structurer ou </a:t>
            </a:r>
            <a:r>
              <a:rPr lang="fr-FR" sz="15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mettre en valeur des énumérations</a:t>
            </a:r>
            <a:r>
              <a:rPr lang="fr-FR" sz="15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5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puce prend souvent la forme d’un point épais.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15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 numérotée: 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liste numérotée permet de </a:t>
            </a:r>
            <a:r>
              <a:rPr lang="fr-FR" sz="1500" b="1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mettre en valeur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un </a:t>
            </a:r>
            <a:r>
              <a:rPr lang="fr-FR" sz="1500" b="1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ordre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dans les items que l’on affiche.</a:t>
            </a:r>
            <a:b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fr-FR" sz="1050" dirty="0"/>
            </a:br>
            <a:endParaRPr lang="fr-FR" sz="1500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sz="1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listeapuce">
            <a:extLst>
              <a:ext uri="{FF2B5EF4-FFF2-40B4-BE49-F238E27FC236}">
                <a16:creationId xmlns:a16="http://schemas.microsoft.com/office/drawing/2014/main" id="{D77E6645-9910-4FE8-99A6-920B360A1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809750"/>
            <a:ext cx="23431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iste_numerotee">
            <a:extLst>
              <a:ext uri="{FF2B5EF4-FFF2-40B4-BE49-F238E27FC236}">
                <a16:creationId xmlns:a16="http://schemas.microsoft.com/office/drawing/2014/main" id="{8F9BF1CA-E478-4A52-A845-068DAAFB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012832"/>
            <a:ext cx="244792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74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aligner un texte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mieux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mettre en valeur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votre texte, vous pouvez décider de l’aligner à gauche ou à droite, ou décider de le centrer ou de le justifier.</a:t>
            </a:r>
          </a:p>
          <a:p>
            <a:br>
              <a:rPr lang="fr-FR" sz="1500" b="0" i="0" u="none" strike="noStrike" dirty="0">
                <a:solidFill>
                  <a:srgbClr val="6F92C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alignement_police">
            <a:extLst>
              <a:ext uri="{FF2B5EF4-FFF2-40B4-BE49-F238E27FC236}">
                <a16:creationId xmlns:a16="http://schemas.microsoft.com/office/drawing/2014/main" id="{A7958AB9-92DA-44FD-89E4-C8B3C279C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1935684"/>
            <a:ext cx="9144000" cy="217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23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Copier / couper ou coller du texte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331640" y="771550"/>
            <a:ext cx="784887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saisie du texte d’un document peut être facilitée en recopiant et dupliquant certaines parties de texte d’un endroit à l’autre du document.</a:t>
            </a:r>
          </a:p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L’utilisateur peut ainsi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dupliquer des parties de texte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 appuyant soit sur les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touches clavier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ou à l’aide des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boutons du bloc “presse-papiers”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 l’onglet “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Accueil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du ruban :</a:t>
            </a:r>
          </a:p>
          <a:p>
            <a:pPr algn="l"/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/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/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/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/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/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/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/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/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/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/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5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copier (ctrl C), </a:t>
            </a:r>
            <a:r>
              <a:rPr lang="fr-FR" sz="15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copie dans le presse-papiers le texte ou la partie de texte sélectionné</a:t>
            </a: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5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couper (ctrl X) </a:t>
            </a:r>
            <a:r>
              <a:rPr lang="fr-FR" sz="15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copie dans le presse-papiers puis supprime le texte ou la partie de texte </a:t>
            </a:r>
          </a:p>
          <a:p>
            <a:pPr marL="0" indent="0" algn="l">
              <a:buNone/>
            </a:pPr>
            <a:r>
              <a:rPr lang="fr-FR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fr-FR" sz="15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sélectionné</a:t>
            </a:r>
            <a:br>
              <a:rPr lang="fr-FR" sz="15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5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coller (ctrl V)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 le contenu copié dans le presse-papiers dans la zone où pointe la souris.</a:t>
            </a:r>
          </a:p>
          <a:p>
            <a:pPr algn="l"/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2" name="Picture 2" descr="menu copiercoller">
            <a:extLst>
              <a:ext uri="{FF2B5EF4-FFF2-40B4-BE49-F238E27FC236}">
                <a16:creationId xmlns:a16="http://schemas.microsoft.com/office/drawing/2014/main" id="{D43D19D8-D0AA-4F97-9F7C-88103C8D2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777" y="1851670"/>
            <a:ext cx="4176464" cy="206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34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Création des Styles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2173312" y="854621"/>
            <a:ext cx="7114273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5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 </a:t>
            </a:r>
            <a:r>
              <a:rPr lang="fr-FR" sz="1500" b="1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styles de mise en forme de Word</a:t>
            </a:r>
            <a:r>
              <a:rPr lang="fr-FR" sz="15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sont des attributs prédéfinis de mise en forme de texte et de paragraphe prêts à être appliqués. </a:t>
            </a:r>
          </a:p>
          <a:p>
            <a:pPr marL="0" indent="0" algn="l">
              <a:buNone/>
            </a:pPr>
            <a:r>
              <a:rPr lang="fr-FR" sz="15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Ils s'appliquent simplement en cliquant sur l'un des aperçus de style fournit dans le </a:t>
            </a:r>
            <a:r>
              <a:rPr lang="fr-FR" sz="1500" b="1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ruban Accueil</a:t>
            </a:r>
            <a:r>
              <a:rPr lang="fr-FR" sz="15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dans la </a:t>
            </a:r>
            <a:r>
              <a:rPr lang="fr-FR" sz="1500" b="0" i="0" u="sng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 Style</a:t>
            </a:r>
            <a:r>
              <a:rPr lang="fr-FR" sz="15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05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Dans l’onglet </a:t>
            </a:r>
            <a:r>
              <a:rPr lang="fr-FR" sz="1050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Accueil</a:t>
            </a:r>
            <a:r>
              <a:rPr lang="fr-FR" sz="105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, cliquez avec le bouton droit sur un style de la galerie Styles, puis cliquez sur </a:t>
            </a:r>
            <a:r>
              <a:rPr lang="fr-FR" sz="1050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Modifier</a:t>
            </a:r>
            <a:r>
              <a:rPr lang="fr-FR" sz="105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.</a:t>
            </a: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2" name="Picture 2" descr="Word - Modifier le style">
            <a:extLst>
              <a:ext uri="{FF2B5EF4-FFF2-40B4-BE49-F238E27FC236}">
                <a16:creationId xmlns:a16="http://schemas.microsoft.com/office/drawing/2014/main" id="{C5D3EFE7-C739-4FE3-97D0-455058B2C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50529"/>
            <a:ext cx="80200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314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19671" y="-92546"/>
            <a:ext cx="6552729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Créer un style sur la base de la mise en forme d’un document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763688" y="854621"/>
            <a:ext cx="7523897" cy="2736304"/>
          </a:xfrm>
          <a:prstGeom prst="rect">
            <a:avLst/>
          </a:prstGeom>
        </p:spPr>
        <p:txBody>
          <a:bodyPr/>
          <a:lstStyle/>
          <a:p>
            <a:pPr marL="228600" indent="-228600" algn="l">
              <a:buAutoNum type="arabicPeriod"/>
            </a:pP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Vous pouvez sélectionner un texte mis en forme dans votre document pour créer un style que vous ajoutez à la galerie Styles.</a:t>
            </a:r>
          </a:p>
          <a:p>
            <a:pPr marL="228600" indent="-228600" algn="l">
              <a:buAutoNum type="arabicPeriod"/>
            </a:pP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Cliquez avec le bouton droit sur le texte sur lequel vous voulez baser un nouveau style.</a:t>
            </a:r>
          </a:p>
          <a:p>
            <a:pPr marL="228600" indent="-228600" algn="l">
              <a:buAutoNum type="arabicPeriod"/>
            </a:pP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Dans la mini-barre d’outils qui apparaît, cliquez sur </a:t>
            </a:r>
            <a:r>
              <a:rPr lang="fr-FR" sz="1500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Styles</a:t>
            </a: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, puis sur </a:t>
            </a:r>
            <a:r>
              <a:rPr lang="fr-FR" sz="1500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Créer un style</a:t>
            </a: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228600" indent="-228600" algn="l">
              <a:buAutoNum type="arabicPeriod"/>
            </a:pPr>
            <a:endParaRPr lang="fr-FR" sz="1500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endParaRPr lang="fr-FR" sz="1500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endParaRPr lang="fr-FR" sz="1500" b="0" i="0" dirty="0">
              <a:solidFill>
                <a:srgbClr val="1E1E1E"/>
              </a:solidFill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endParaRPr lang="fr-FR" sz="1500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endParaRPr lang="fr-FR" sz="1500" b="0" i="0" dirty="0">
              <a:solidFill>
                <a:srgbClr val="1E1E1E"/>
              </a:solidFill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endParaRPr lang="fr-FR" sz="1500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Dans la boîte de dialogue </a:t>
            </a:r>
            <a:r>
              <a:rPr lang="fr-FR" sz="1500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Créer un style à partir de la mise en forme</a:t>
            </a: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, attribuez un nom à votre style, puis cliquez sur </a:t>
            </a:r>
            <a:r>
              <a:rPr lang="fr-FR" sz="1500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OK</a:t>
            </a:r>
            <a:r>
              <a:rPr lang="fr-FR" sz="1500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br>
              <a:rPr lang="fr-FR" sz="1500" dirty="0"/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770" name="Picture 2" descr="Création d’un style sur la base d’une mise en forme">
            <a:extLst>
              <a:ext uri="{FF2B5EF4-FFF2-40B4-BE49-F238E27FC236}">
                <a16:creationId xmlns:a16="http://schemas.microsoft.com/office/drawing/2014/main" id="{A31A27BC-8C3C-4AF0-BB6B-60471D15D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854621"/>
            <a:ext cx="7308304" cy="412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59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19671" y="-92546"/>
            <a:ext cx="6552729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Créer un style sur la base de la mise en forme d’un document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763688" y="854621"/>
            <a:ext cx="7523897" cy="2736304"/>
          </a:xfrm>
          <a:prstGeom prst="rect">
            <a:avLst/>
          </a:prstGeom>
        </p:spPr>
        <p:txBody>
          <a:bodyPr/>
          <a:lstStyle/>
          <a:p>
            <a:r>
              <a:rPr lang="fr-FR" sz="1500" dirty="0"/>
              <a:t>Dans la section </a:t>
            </a:r>
            <a:r>
              <a:rPr lang="fr-FR" sz="1500" b="1" dirty="0"/>
              <a:t>Mise en forme</a:t>
            </a:r>
            <a:r>
              <a:rPr lang="fr-FR" sz="1500" dirty="0"/>
              <a:t>, apportez les modifications de mise en forme souhaitées (par exemple, style de police, taille ou couleur, alignement, interligne ou mise en retrait).</a:t>
            </a:r>
          </a:p>
          <a:p>
            <a:br>
              <a:rPr lang="fr-FR" sz="1500" dirty="0"/>
            </a:br>
            <a:br>
              <a:rPr lang="fr-FR" sz="1500" dirty="0"/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4" name="Picture 2" descr="Word - Modifier le style - Format">
            <a:extLst>
              <a:ext uri="{FF2B5EF4-FFF2-40B4-BE49-F238E27FC236}">
                <a16:creationId xmlns:a16="http://schemas.microsoft.com/office/drawing/2014/main" id="{0EB03FEA-AB7B-4F2A-AD51-87D77BE3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0" y="1745332"/>
            <a:ext cx="854392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95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Question ?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5746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11632</TotalTime>
  <Words>637</Words>
  <Application>Microsoft Office PowerPoint</Application>
  <PresentationFormat>Affichage à l'écran (16:9)</PresentationFormat>
  <Paragraphs>80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Arial</vt:lpstr>
      <vt:lpstr>Calibri</vt:lpstr>
      <vt:lpstr>Open Sans</vt:lpstr>
      <vt:lpstr>Segoe UI</vt:lpstr>
      <vt:lpstr>Times New Roman</vt:lpstr>
      <vt:lpstr>Cover and End Slide Master</vt:lpstr>
      <vt:lpstr>Contents Slide Master</vt:lpstr>
      <vt:lpstr>Section Break Slide Master</vt:lpstr>
      <vt:lpstr>Présentation PowerPoint</vt:lpstr>
      <vt:lpstr>les onglets du ruban : “Accueil</vt:lpstr>
      <vt:lpstr>1- Mettre en forme le texte</vt:lpstr>
      <vt:lpstr>2-Mettre en gras, italique et souligné !</vt:lpstr>
      <vt:lpstr>Mettre en forme les paragraphes</vt:lpstr>
      <vt:lpstr>utiliser une liste à puce</vt:lpstr>
      <vt:lpstr>aligner un texte</vt:lpstr>
      <vt:lpstr>Copier / couper ou coller du texte</vt:lpstr>
      <vt:lpstr>Création des Styles</vt:lpstr>
      <vt:lpstr>Créer un style sur la base de la mise en forme d’un document</vt:lpstr>
      <vt:lpstr>Créer un style sur la base de la mise en forme d’un document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AsmaAouichat@mdibs.onmicrosoft.com</cp:lastModifiedBy>
  <cp:revision>502</cp:revision>
  <dcterms:created xsi:type="dcterms:W3CDTF">2016-12-05T23:26:54Z</dcterms:created>
  <dcterms:modified xsi:type="dcterms:W3CDTF">2021-02-20T18:58:32Z</dcterms:modified>
</cp:coreProperties>
</file>