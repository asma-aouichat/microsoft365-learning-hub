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 id="2147483653" r:id="rId3"/>
  </p:sldMasterIdLst>
  <p:notesMasterIdLst>
    <p:notesMasterId r:id="rId10"/>
  </p:notesMasterIdLst>
  <p:handoutMasterIdLst>
    <p:handoutMasterId r:id="rId11"/>
  </p:handoutMasterIdLst>
  <p:sldIdLst>
    <p:sldId id="256" r:id="rId4"/>
    <p:sldId id="433" r:id="rId5"/>
    <p:sldId id="496" r:id="rId6"/>
    <p:sldId id="497" r:id="rId7"/>
    <p:sldId id="498" r:id="rId8"/>
    <p:sldId id="402" r:id="rId9"/>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0" d="100"/>
          <a:sy n="120" d="100"/>
        </p:scale>
        <p:origin x="748" y="104"/>
      </p:cViewPr>
      <p:guideLst>
        <p:guide orient="horz" pos="1620"/>
        <p:guide pos="2880"/>
      </p:guideLst>
    </p:cSldViewPr>
  </p:slideViewPr>
  <p:notesTextViewPr>
    <p:cViewPr>
      <p:scale>
        <a:sx n="1" d="1"/>
        <a:sy n="1" d="1"/>
      </p:scale>
      <p:origin x="0" y="0"/>
    </p:cViewPr>
  </p:notesTextViewPr>
  <p:notesViewPr>
    <p:cSldViewPr>
      <p:cViewPr varScale="1">
        <p:scale>
          <a:sx n="75" d="100"/>
          <a:sy n="75" d="100"/>
        </p:scale>
        <p:origin x="-3376" y="-5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535305-B13A-4D54-AA37-5C48A5194BAE}" type="datetimeFigureOut">
              <a:rPr lang="fr-FR" smtClean="0"/>
              <a:t>20/02/2021</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6D73C0-3EB0-493F-85BA-568868B7EB33}" type="slidenum">
              <a:rPr lang="fr-FR" smtClean="0"/>
              <a:t>‹N°›</a:t>
            </a:fld>
            <a:endParaRPr lang="fr-FR"/>
          </a:p>
        </p:txBody>
      </p:sp>
    </p:spTree>
    <p:extLst>
      <p:ext uri="{BB962C8B-B14F-4D97-AF65-F5344CB8AC3E}">
        <p14:creationId xmlns:p14="http://schemas.microsoft.com/office/powerpoint/2010/main" val="22993797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90FB7C-F83F-4EB1-9185-B24EFE9878DA}" type="datetimeFigureOut">
              <a:rPr lang="fr-FR" smtClean="0"/>
              <a:t>20/02/2021</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EC05AE-884A-4259-B46C-1BFBDBD962A9}" type="slidenum">
              <a:rPr lang="fr-FR" smtClean="0"/>
              <a:t>‹N°›</a:t>
            </a:fld>
            <a:endParaRPr lang="fr-FR"/>
          </a:p>
        </p:txBody>
      </p:sp>
    </p:spTree>
    <p:extLst>
      <p:ext uri="{BB962C8B-B14F-4D97-AF65-F5344CB8AC3E}">
        <p14:creationId xmlns:p14="http://schemas.microsoft.com/office/powerpoint/2010/main" val="34331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userDrawn="1"/>
        </p:nvSpPr>
        <p:spPr>
          <a:xfrm>
            <a:off x="179512" y="123478"/>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395536"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339502"/>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915566"/>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accent1"/>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accent2"/>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accent3"/>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accent4"/>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pic>
        <p:nvPicPr>
          <p:cNvPr id="9"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22473"/>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userDrawn="1"/>
        </p:nvSpPr>
        <p:spPr>
          <a:xfrm>
            <a:off x="179512" y="195486"/>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5024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pic>
        <p:nvPicPr>
          <p:cNvPr id="3"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userDrawn="1"/>
        </p:nvSpPr>
        <p:spPr>
          <a:xfrm>
            <a:off x="179512" y="123478"/>
            <a:ext cx="1152128" cy="72008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4" name="Rectangle 3"/>
          <p:cNvSpPr/>
          <p:nvPr userDrawn="1"/>
        </p:nvSpPr>
        <p:spPr>
          <a:xfrm>
            <a:off x="4572000" y="0"/>
            <a:ext cx="4104456"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 hasCustomPrompt="1"/>
          </p:nvPr>
        </p:nvSpPr>
        <p:spPr>
          <a:xfrm>
            <a:off x="0" y="1995686"/>
            <a:ext cx="9144000" cy="288032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563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accent1"/>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131536"/>
            <a:ext cx="5796136"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230919"/>
            <a:ext cx="3294112"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230919"/>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3507854"/>
            <a:ext cx="9144000" cy="163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54243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032000" y="158354"/>
            <a:ext cx="5557838" cy="571500"/>
          </a:xfrm>
          <a:prstGeom prst="rect">
            <a:avLst/>
          </a:prstGeom>
        </p:spPr>
        <p:txBody>
          <a:bodyPr/>
          <a:lstStyle/>
          <a:p>
            <a:r>
              <a:rPr lang="fr-FR"/>
              <a:t>Cliquez pour modifier le style du titre</a:t>
            </a:r>
          </a:p>
        </p:txBody>
      </p:sp>
      <p:sp>
        <p:nvSpPr>
          <p:cNvPr id="3" name="Espace réservé du contenu 2"/>
          <p:cNvSpPr>
            <a:spLocks noGrp="1"/>
          </p:cNvSpPr>
          <p:nvPr>
            <p:ph idx="1"/>
          </p:nvPr>
        </p:nvSpPr>
        <p:spPr>
          <a:xfrm>
            <a:off x="377825" y="971550"/>
            <a:ext cx="8343900" cy="39957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7"/>
          <p:cNvSpPr>
            <a:spLocks noGrp="1" noChangeArrowheads="1"/>
          </p:cNvSpPr>
          <p:nvPr>
            <p:ph type="dt" sz="half" idx="10"/>
          </p:nvPr>
        </p:nvSpPr>
        <p:spPr>
          <a:xfrm>
            <a:off x="685800" y="4686300"/>
            <a:ext cx="1905000" cy="342900"/>
          </a:xfrm>
          <a:prstGeom prst="rect">
            <a:avLst/>
          </a:prstGeom>
          <a:ln/>
        </p:spPr>
        <p:txBody>
          <a:bodyPr/>
          <a:lstStyle>
            <a:lvl1pPr>
              <a:defRPr/>
            </a:lvl1pPr>
          </a:lstStyle>
          <a:p>
            <a:pPr>
              <a:defRPr/>
            </a:pPr>
            <a:endParaRPr lang="fr-FR"/>
          </a:p>
        </p:txBody>
      </p:sp>
      <p:sp>
        <p:nvSpPr>
          <p:cNvPr id="5" name="Rectangle 8"/>
          <p:cNvSpPr>
            <a:spLocks noGrp="1" noChangeArrowheads="1"/>
          </p:cNvSpPr>
          <p:nvPr>
            <p:ph type="sldNum" sz="quarter" idx="11"/>
          </p:nvPr>
        </p:nvSpPr>
        <p:spPr>
          <a:xfrm>
            <a:off x="8401051" y="4712494"/>
            <a:ext cx="631825" cy="342900"/>
          </a:xfrm>
          <a:prstGeom prst="rect">
            <a:avLst/>
          </a:prstGeom>
          <a:ln/>
        </p:spPr>
        <p:txBody>
          <a:bodyPr/>
          <a:lstStyle>
            <a:lvl1pPr>
              <a:defRPr/>
            </a:lvl1pPr>
          </a:lstStyle>
          <a:p>
            <a:pPr>
              <a:defRPr/>
            </a:pPr>
            <a:fld id="{D3C2C201-C571-47D8-A02A-CE1F7DAE9C79}" type="slidenum">
              <a:rPr lang="fr-FR"/>
              <a:pPr>
                <a:defRPr/>
              </a:pPr>
              <a:t>‹N°›</a:t>
            </a:fld>
            <a:endParaRPr lang="fr-FR"/>
          </a:p>
        </p:txBody>
      </p:sp>
      <p:sp>
        <p:nvSpPr>
          <p:cNvPr id="6" name="Rectangle 9"/>
          <p:cNvSpPr>
            <a:spLocks noGrp="1" noChangeArrowheads="1"/>
          </p:cNvSpPr>
          <p:nvPr>
            <p:ph type="ftr" sz="quarter" idx="12"/>
          </p:nvPr>
        </p:nvSpPr>
        <p:spPr>
          <a:xfrm>
            <a:off x="3124200" y="4686300"/>
            <a:ext cx="2895600" cy="342900"/>
          </a:xfrm>
          <a:prstGeom prst="rect">
            <a:avLst/>
          </a:prstGeom>
          <a:ln/>
        </p:spPr>
        <p:txBody>
          <a:bodyPr/>
          <a:lstStyle>
            <a:lvl1pPr>
              <a:defRPr/>
            </a:lvl1pPr>
          </a:lstStyle>
          <a:p>
            <a:pPr>
              <a:defRPr/>
            </a:pPr>
            <a:endParaRPr lang="fr-FR"/>
          </a:p>
        </p:txBody>
      </p:sp>
    </p:spTree>
    <p:extLst>
      <p:ext uri="{BB962C8B-B14F-4D97-AF65-F5344CB8AC3E}">
        <p14:creationId xmlns:p14="http://schemas.microsoft.com/office/powerpoint/2010/main" val="2625601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2032000" y="158354"/>
            <a:ext cx="5557838" cy="571500"/>
          </a:xfrm>
          <a:prstGeom prst="rect">
            <a:avLst/>
          </a:prstGeom>
        </p:spPr>
        <p:txBody>
          <a:bodyPr/>
          <a:lstStyle/>
          <a:p>
            <a:r>
              <a:rPr lang="fr-FR"/>
              <a:t>Cliquez pour modifier le style du titre</a:t>
            </a:r>
          </a:p>
        </p:txBody>
      </p:sp>
      <p:sp>
        <p:nvSpPr>
          <p:cNvPr id="3" name="Rectangle 7"/>
          <p:cNvSpPr>
            <a:spLocks noGrp="1" noChangeArrowheads="1"/>
          </p:cNvSpPr>
          <p:nvPr>
            <p:ph type="dt" sz="half" idx="10"/>
          </p:nvPr>
        </p:nvSpPr>
        <p:spPr>
          <a:xfrm>
            <a:off x="685800" y="4686300"/>
            <a:ext cx="1905000" cy="342900"/>
          </a:xfrm>
          <a:prstGeom prst="rect">
            <a:avLst/>
          </a:prstGeom>
          <a:ln/>
        </p:spPr>
        <p:txBody>
          <a:bodyPr/>
          <a:lstStyle>
            <a:lvl1pPr>
              <a:defRPr/>
            </a:lvl1pPr>
          </a:lstStyle>
          <a:p>
            <a:pPr>
              <a:defRPr/>
            </a:pPr>
            <a:endParaRPr lang="fr-FR"/>
          </a:p>
        </p:txBody>
      </p:sp>
      <p:sp>
        <p:nvSpPr>
          <p:cNvPr id="4" name="Rectangle 8"/>
          <p:cNvSpPr>
            <a:spLocks noGrp="1" noChangeArrowheads="1"/>
          </p:cNvSpPr>
          <p:nvPr>
            <p:ph type="sldNum" sz="quarter" idx="11"/>
          </p:nvPr>
        </p:nvSpPr>
        <p:spPr>
          <a:xfrm>
            <a:off x="8401051" y="4712494"/>
            <a:ext cx="631825" cy="342900"/>
          </a:xfrm>
          <a:prstGeom prst="rect">
            <a:avLst/>
          </a:prstGeom>
          <a:ln/>
        </p:spPr>
        <p:txBody>
          <a:bodyPr/>
          <a:lstStyle>
            <a:lvl1pPr>
              <a:defRPr/>
            </a:lvl1pPr>
          </a:lstStyle>
          <a:p>
            <a:pPr>
              <a:defRPr/>
            </a:pPr>
            <a:fld id="{F469F808-56E8-4EE0-B1F0-7CD9129F957B}" type="slidenum">
              <a:rPr lang="fr-FR"/>
              <a:pPr>
                <a:defRPr/>
              </a:pPr>
              <a:t>‹N°›</a:t>
            </a:fld>
            <a:endParaRPr lang="fr-FR"/>
          </a:p>
        </p:txBody>
      </p:sp>
      <p:sp>
        <p:nvSpPr>
          <p:cNvPr id="5" name="Rectangle 9"/>
          <p:cNvSpPr>
            <a:spLocks noGrp="1" noChangeArrowheads="1"/>
          </p:cNvSpPr>
          <p:nvPr>
            <p:ph type="ftr" sz="quarter" idx="12"/>
          </p:nvPr>
        </p:nvSpPr>
        <p:spPr>
          <a:xfrm>
            <a:off x="3124200" y="4686300"/>
            <a:ext cx="2895600" cy="342900"/>
          </a:xfrm>
          <a:prstGeom prst="rect">
            <a:avLst/>
          </a:prstGeom>
          <a:ln/>
        </p:spPr>
        <p:txBody>
          <a:bodyPr/>
          <a:lstStyle>
            <a:lvl1pPr>
              <a:defRPr/>
            </a:lvl1pPr>
          </a:lstStyle>
          <a:p>
            <a:pPr>
              <a:defRPr/>
            </a:pPr>
            <a:endParaRPr lang="fr-FR"/>
          </a:p>
        </p:txBody>
      </p:sp>
    </p:spTree>
    <p:extLst>
      <p:ext uri="{BB962C8B-B14F-4D97-AF65-F5344CB8AC3E}">
        <p14:creationId xmlns:p14="http://schemas.microsoft.com/office/powerpoint/2010/main" val="36507653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45663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theme" Target="../theme/theme2.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9.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19">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userDrawn="1"/>
        </p:nvSpPr>
        <p:spPr>
          <a:xfrm>
            <a:off x="-26321" y="4881521"/>
            <a:ext cx="2448272" cy="26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fr-FR" sz="1400" b="1" dirty="0" err="1">
                <a:solidFill>
                  <a:schemeClr val="tx1"/>
                </a:solidFill>
                <a:latin typeface="Times New Roman" panose="02020603050405020304" pitchFamily="18" charset="0"/>
                <a:cs typeface="Times New Roman" panose="02020603050405020304" pitchFamily="18" charset="0"/>
              </a:rPr>
              <a:t>A.Aouichat</a:t>
            </a:r>
            <a:endParaRPr lang="fr-FR" sz="1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72" r:id="rId12"/>
    <p:sldLayoutId id="2147483656" r:id="rId13"/>
    <p:sldLayoutId id="2147483673" r:id="rId14"/>
    <p:sldLayoutId id="2147483674" r:id="rId15"/>
    <p:sldLayoutId id="2147483675" r:id="rId16"/>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userDrawn="1"/>
        </p:nvSpPr>
        <p:spPr>
          <a:xfrm>
            <a:off x="179512" y="123478"/>
            <a:ext cx="1152128" cy="72008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08520" y="3435846"/>
            <a:ext cx="9396536" cy="792089"/>
          </a:xfrm>
          <a:ln w="19050">
            <a:noFill/>
          </a:ln>
        </p:spPr>
        <p:txBody>
          <a:bodyPr/>
          <a:lstStyle/>
          <a:p>
            <a:r>
              <a:rPr lang="en-US" altLang="ko-KR" dirty="0" err="1">
                <a:ea typeface="맑은 고딕" pitchFamily="50" charset="-127"/>
              </a:rPr>
              <a:t>Cours</a:t>
            </a:r>
            <a:r>
              <a:rPr lang="en-US" altLang="ko-KR" dirty="0">
                <a:ea typeface="맑은 고딕" pitchFamily="50" charset="-127"/>
              </a:rPr>
              <a:t> </a:t>
            </a:r>
            <a:r>
              <a:rPr lang="en-US" altLang="ko-KR">
                <a:ea typeface="맑은 고딕" pitchFamily="50" charset="-127"/>
              </a:rPr>
              <a:t>N 05 </a:t>
            </a:r>
            <a:r>
              <a:rPr lang="en-US" altLang="ko-KR" dirty="0">
                <a:ea typeface="맑은 고딕" pitchFamily="50" charset="-127"/>
              </a:rPr>
              <a:t>:</a:t>
            </a:r>
            <a:r>
              <a:rPr lang="fr-FR" sz="3600" dirty="0"/>
              <a:t>Suivre les modifications dans Word</a:t>
            </a:r>
            <a:endParaRPr lang="fr-FR" dirty="0"/>
          </a:p>
        </p:txBody>
      </p:sp>
      <p:sp>
        <p:nvSpPr>
          <p:cNvPr id="4" name="Text Placeholder 3"/>
          <p:cNvSpPr>
            <a:spLocks noGrp="1"/>
          </p:cNvSpPr>
          <p:nvPr>
            <p:ph type="body" sz="quarter" idx="11"/>
          </p:nvPr>
        </p:nvSpPr>
        <p:spPr>
          <a:xfrm>
            <a:off x="251520" y="4443958"/>
            <a:ext cx="9144000" cy="288032"/>
          </a:xfrm>
          <a:ln w="12700">
            <a:noFill/>
          </a:ln>
        </p:spPr>
        <p:txBody>
          <a:bodyPr/>
          <a:lstStyle/>
          <a:p>
            <a:pPr>
              <a:spcBef>
                <a:spcPts val="0"/>
              </a:spcBef>
              <a:defRPr/>
            </a:pPr>
            <a:r>
              <a:rPr lang="en-US" altLang="ko-KR" dirty="0" err="1"/>
              <a:t>A.Aouichat</a:t>
            </a:r>
            <a:r>
              <a:rPr lang="en-US" altLang="ko-KR" dirty="0"/>
              <a:t>				   	asm.aouichat@gmail.com</a:t>
            </a:r>
          </a:p>
        </p:txBody>
      </p:sp>
      <p:cxnSp>
        <p:nvCxnSpPr>
          <p:cNvPr id="9" name="Connecteur droit 8"/>
          <p:cNvCxnSpPr/>
          <p:nvPr/>
        </p:nvCxnSpPr>
        <p:spPr>
          <a:xfrm>
            <a:off x="583754" y="4371950"/>
            <a:ext cx="8020694"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2</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800" dirty="0"/>
              <a:t>Suivre les modifications dans Word</a:t>
            </a:r>
          </a:p>
        </p:txBody>
      </p:sp>
      <p:sp>
        <p:nvSpPr>
          <p:cNvPr id="6147" name="Rectangle 3"/>
          <p:cNvSpPr>
            <a:spLocks noGrp="1" noChangeArrowheads="1"/>
          </p:cNvSpPr>
          <p:nvPr>
            <p:ph type="body" sz="quarter" idx="4294967295"/>
          </p:nvPr>
        </p:nvSpPr>
        <p:spPr>
          <a:xfrm>
            <a:off x="1419242" y="892522"/>
            <a:ext cx="7689262" cy="2736304"/>
          </a:xfrm>
          <a:prstGeom prst="rect">
            <a:avLst/>
          </a:prstGeom>
        </p:spPr>
        <p:txBody>
          <a:bodyPr/>
          <a:lstStyle/>
          <a:p>
            <a:pPr algn="l"/>
            <a:r>
              <a:rPr lang="fr-FR" sz="1500" b="0" i="0" dirty="0">
                <a:solidFill>
                  <a:srgbClr val="1E1E1E"/>
                </a:solidFill>
                <a:effectLst/>
                <a:latin typeface="Times New Roman" panose="02020603050405020304" pitchFamily="18" charset="0"/>
                <a:cs typeface="Times New Roman" panose="02020603050405020304" pitchFamily="18" charset="0"/>
              </a:rPr>
              <a:t>Activer ou désactiver le suivi des modifications</a:t>
            </a:r>
          </a:p>
          <a:p>
            <a:br>
              <a:rPr lang="fr-FR" sz="1500" b="0" i="0" dirty="0">
                <a:solidFill>
                  <a:srgbClr val="363636"/>
                </a:solidFill>
                <a:effectLst/>
                <a:latin typeface="Times New Roman" panose="02020603050405020304" pitchFamily="18" charset="0"/>
                <a:cs typeface="Times New Roman" panose="02020603050405020304" pitchFamily="18" charset="0"/>
              </a:rPr>
            </a:br>
            <a:r>
              <a:rPr lang="fr-FR" sz="1500" b="0" i="0" dirty="0">
                <a:solidFill>
                  <a:srgbClr val="1E1E1E"/>
                </a:solidFill>
                <a:effectLst/>
                <a:latin typeface="Times New Roman" panose="02020603050405020304" pitchFamily="18" charset="0"/>
                <a:cs typeface="Times New Roman" panose="02020603050405020304" pitchFamily="18" charset="0"/>
              </a:rPr>
              <a:t>Dans l’onglet </a:t>
            </a:r>
            <a:r>
              <a:rPr lang="fr-FR" sz="1500" b="1" i="0" dirty="0">
                <a:solidFill>
                  <a:srgbClr val="1E1E1E"/>
                </a:solidFill>
                <a:effectLst/>
                <a:latin typeface="Times New Roman" panose="02020603050405020304" pitchFamily="18" charset="0"/>
                <a:cs typeface="Times New Roman" panose="02020603050405020304" pitchFamily="18" charset="0"/>
              </a:rPr>
              <a:t>révision</a:t>
            </a:r>
            <a:r>
              <a:rPr lang="fr-FR" sz="1500" b="0" i="0" dirty="0">
                <a:solidFill>
                  <a:srgbClr val="1E1E1E"/>
                </a:solidFill>
                <a:effectLst/>
                <a:latin typeface="Times New Roman" panose="02020603050405020304" pitchFamily="18" charset="0"/>
                <a:cs typeface="Times New Roman" panose="02020603050405020304" pitchFamily="18" charset="0"/>
              </a:rPr>
              <a:t> , cliquez sur </a:t>
            </a:r>
            <a:r>
              <a:rPr lang="fr-FR" sz="1500" b="1" i="0" dirty="0">
                <a:solidFill>
                  <a:srgbClr val="1E1E1E"/>
                </a:solidFill>
                <a:effectLst/>
                <a:latin typeface="Times New Roman" panose="02020603050405020304" pitchFamily="18" charset="0"/>
                <a:cs typeface="Times New Roman" panose="02020603050405020304" pitchFamily="18" charset="0"/>
              </a:rPr>
              <a:t>suivi </a:t>
            </a:r>
            <a:r>
              <a:rPr lang="fr-FR" sz="1500" b="0" i="0" dirty="0">
                <a:solidFill>
                  <a:srgbClr val="1E1E1E"/>
                </a:solidFill>
                <a:effectLst/>
                <a:latin typeface="Times New Roman" panose="02020603050405020304" pitchFamily="18" charset="0"/>
                <a:cs typeface="Times New Roman" panose="02020603050405020304" pitchFamily="18" charset="0"/>
              </a:rPr>
              <a:t>, puis sélectionnez </a:t>
            </a:r>
            <a:r>
              <a:rPr lang="fr-FR" sz="1500" b="1" i="0" dirty="0">
                <a:solidFill>
                  <a:srgbClr val="1E1E1E"/>
                </a:solidFill>
                <a:effectLst/>
                <a:latin typeface="Times New Roman" panose="02020603050405020304" pitchFamily="18" charset="0"/>
                <a:cs typeface="Times New Roman" panose="02020603050405020304" pitchFamily="18" charset="0"/>
              </a:rPr>
              <a:t>suivi des modifications</a:t>
            </a:r>
            <a:r>
              <a:rPr lang="fr-FR" sz="1500" b="0" i="0" dirty="0">
                <a:solidFill>
                  <a:srgbClr val="1E1E1E"/>
                </a:solidFill>
                <a:effectLst/>
                <a:latin typeface="Times New Roman" panose="02020603050405020304" pitchFamily="18" charset="0"/>
                <a:cs typeface="Times New Roman" panose="02020603050405020304" pitchFamily="18" charset="0"/>
              </a:rPr>
              <a:t>.</a:t>
            </a:r>
          </a:p>
          <a:p>
            <a:endParaRPr lang="fr-FR" sz="1500" dirty="0">
              <a:solidFill>
                <a:srgbClr val="1E1E1E"/>
              </a:solidFill>
              <a:latin typeface="Times New Roman" panose="02020603050405020304" pitchFamily="18" charset="0"/>
              <a:cs typeface="Times New Roman" panose="02020603050405020304" pitchFamily="18" charset="0"/>
            </a:endParaRPr>
          </a:p>
          <a:p>
            <a:endParaRPr lang="fr-FR" sz="1500" dirty="0">
              <a:solidFill>
                <a:srgbClr val="1E1E1E"/>
              </a:solidFill>
              <a:latin typeface="Times New Roman" panose="02020603050405020304" pitchFamily="18" charset="0"/>
              <a:cs typeface="Times New Roman" panose="02020603050405020304" pitchFamily="18" charset="0"/>
            </a:endParaRPr>
          </a:p>
          <a:p>
            <a:endParaRPr lang="fr-FR" sz="1500" dirty="0">
              <a:latin typeface="Times New Roman" panose="02020603050405020304" pitchFamily="18" charset="0"/>
              <a:cs typeface="Times New Roman" panose="02020603050405020304" pitchFamily="18" charset="0"/>
            </a:endParaRPr>
          </a:p>
          <a:p>
            <a:br>
              <a:rPr lang="fr-FR" sz="1500" dirty="0">
                <a:latin typeface="Times New Roman" panose="02020603050405020304" pitchFamily="18" charset="0"/>
                <a:cs typeface="Times New Roman" panose="02020603050405020304" pitchFamily="18" charset="0"/>
              </a:rPr>
            </a:br>
            <a:r>
              <a:rPr lang="fr-FR" sz="1500" dirty="0">
                <a:latin typeface="Times New Roman" panose="02020603050405020304" pitchFamily="18" charset="0"/>
                <a:cs typeface="Times New Roman" panose="02020603050405020304" pitchFamily="18" charset="0"/>
              </a:rPr>
              <a:t>Lorsque le suivi des modifications est activé, les suppressions sont signalées par un barré et les compléments sont marqués d’un trait de soulignement. Les modifications apportées par les différents auteurs sont indiquées par différentes couleurs.</a:t>
            </a:r>
          </a:p>
          <a:p>
            <a:endParaRPr lang="fr-FR" sz="1500" dirty="0">
              <a:latin typeface="Times New Roman" panose="02020603050405020304" pitchFamily="18" charset="0"/>
              <a:cs typeface="Times New Roman" panose="02020603050405020304" pitchFamily="18" charset="0"/>
            </a:endParaRPr>
          </a:p>
          <a:p>
            <a:r>
              <a:rPr lang="fr-FR" sz="1500" dirty="0">
                <a:latin typeface="Times New Roman" panose="02020603050405020304" pitchFamily="18" charset="0"/>
                <a:cs typeface="Times New Roman" panose="02020603050405020304" pitchFamily="18" charset="0"/>
              </a:rPr>
              <a:t>Lorsque le suivi des modifications est désactivé, Word arrête de marquer les modifications, </a:t>
            </a:r>
          </a:p>
          <a:p>
            <a:pPr marL="0" indent="0">
              <a:buNone/>
            </a:pPr>
            <a:r>
              <a:rPr lang="fr-FR" sz="1500" dirty="0">
                <a:latin typeface="Times New Roman" panose="02020603050405020304" pitchFamily="18" charset="0"/>
                <a:cs typeface="Times New Roman" panose="02020603050405020304" pitchFamily="18" charset="0"/>
              </a:rPr>
              <a:t>       mais les soulignements et les traits de soulignement et de mise en forme de vos modifications</a:t>
            </a:r>
          </a:p>
          <a:p>
            <a:pPr marL="0" indent="0">
              <a:buNone/>
            </a:pPr>
            <a:r>
              <a:rPr lang="fr-FR" sz="1500" dirty="0">
                <a:latin typeface="Times New Roman" panose="02020603050405020304" pitchFamily="18" charset="0"/>
                <a:cs typeface="Times New Roman" panose="02020603050405020304" pitchFamily="18" charset="0"/>
              </a:rPr>
              <a:t>       restent dans le document jusqu’à ce qu’ils soient acceptés ou rejetés.</a:t>
            </a:r>
            <a:endParaRPr lang="fr-FR" sz="1500" b="0" i="0" dirty="0">
              <a:solidFill>
                <a:srgbClr val="616161"/>
              </a:solidFill>
              <a:effectLst/>
              <a:latin typeface="Times New Roman" panose="02020603050405020304" pitchFamily="18" charset="0"/>
              <a:cs typeface="Times New Roman" panose="02020603050405020304" pitchFamily="18" charset="0"/>
            </a:endParaRPr>
          </a:p>
        </p:txBody>
      </p:sp>
      <p:pic>
        <p:nvPicPr>
          <p:cNvPr id="4098" name="Picture 2" descr="Suivi des modifications dans le volet suivi">
            <a:extLst>
              <a:ext uri="{FF2B5EF4-FFF2-40B4-BE49-F238E27FC236}">
                <a16:creationId xmlns:a16="http://schemas.microsoft.com/office/drawing/2014/main" id="{7CF608E5-7FCB-4C68-A64C-02C1C4814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6533" y="1635646"/>
            <a:ext cx="2076450" cy="96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615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3</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100" dirty="0"/>
              <a:t>Afficher ou masquer des commentaires ou des modifications</a:t>
            </a:r>
          </a:p>
        </p:txBody>
      </p:sp>
      <p:sp>
        <p:nvSpPr>
          <p:cNvPr id="6147" name="Rectangle 3"/>
          <p:cNvSpPr>
            <a:spLocks noGrp="1" noChangeArrowheads="1"/>
          </p:cNvSpPr>
          <p:nvPr>
            <p:ph type="body" sz="quarter" idx="4294967295"/>
          </p:nvPr>
        </p:nvSpPr>
        <p:spPr>
          <a:xfrm>
            <a:off x="2051720" y="892522"/>
            <a:ext cx="7056784" cy="2736304"/>
          </a:xfrm>
          <a:prstGeom prst="rect">
            <a:avLst/>
          </a:prstGeom>
        </p:spPr>
        <p:txBody>
          <a:bodyPr/>
          <a:lstStyle/>
          <a:p>
            <a:pPr algn="l">
              <a:buFont typeface="+mj-lt"/>
              <a:buAutoNum type="arabicPeriod"/>
            </a:pPr>
            <a:r>
              <a:rPr lang="fr-FR" sz="1050" b="0" i="0" dirty="0">
                <a:solidFill>
                  <a:srgbClr val="1E1E1E"/>
                </a:solidFill>
                <a:effectLst/>
                <a:latin typeface="Segoe UI" panose="020B0502040204020203" pitchFamily="34" charset="0"/>
              </a:rPr>
              <a:t>Dans l’onglet </a:t>
            </a:r>
            <a:r>
              <a:rPr lang="fr-FR" sz="1050" b="1" i="0" dirty="0">
                <a:solidFill>
                  <a:srgbClr val="1E1E1E"/>
                </a:solidFill>
                <a:effectLst/>
                <a:latin typeface="Segoe UI" panose="020B0502040204020203" pitchFamily="34" charset="0"/>
              </a:rPr>
              <a:t>révision</a:t>
            </a:r>
            <a:r>
              <a:rPr lang="fr-FR" sz="1050" b="0" i="0" dirty="0">
                <a:solidFill>
                  <a:srgbClr val="1E1E1E"/>
                </a:solidFill>
                <a:effectLst/>
                <a:latin typeface="Segoe UI" panose="020B0502040204020203" pitchFamily="34" charset="0"/>
              </a:rPr>
              <a:t> , accédez à </a:t>
            </a:r>
            <a:r>
              <a:rPr lang="fr-FR" sz="1050" b="1" i="0" dirty="0">
                <a:solidFill>
                  <a:srgbClr val="1E1E1E"/>
                </a:solidFill>
                <a:effectLst/>
                <a:latin typeface="Segoe UI" panose="020B0502040204020203" pitchFamily="34" charset="0"/>
              </a:rPr>
              <a:t>suivi</a:t>
            </a:r>
            <a:r>
              <a:rPr lang="fr-FR" sz="1050" b="0" i="0" dirty="0">
                <a:solidFill>
                  <a:srgbClr val="1E1E1E"/>
                </a:solidFill>
                <a:effectLst/>
                <a:latin typeface="Segoe UI" panose="020B0502040204020203" pitchFamily="34" charset="0"/>
              </a:rPr>
              <a:t>.</a:t>
            </a:r>
          </a:p>
          <a:p>
            <a:pPr algn="l">
              <a:buFont typeface="+mj-lt"/>
              <a:buAutoNum type="arabicPeriod"/>
            </a:pPr>
            <a:r>
              <a:rPr lang="fr-FR" sz="1050" b="1" i="0" dirty="0">
                <a:solidFill>
                  <a:srgbClr val="1E1E1E"/>
                </a:solidFill>
                <a:effectLst/>
                <a:latin typeface="Segoe UI" panose="020B0502040204020203" pitchFamily="34" charset="0"/>
              </a:rPr>
              <a:t>Sélectionnez Afficher les marques</a:t>
            </a:r>
            <a:r>
              <a:rPr lang="fr-FR" sz="1050" b="0" i="0" dirty="0">
                <a:solidFill>
                  <a:srgbClr val="1E1E1E"/>
                </a:solidFill>
                <a:effectLst/>
                <a:latin typeface="Segoe UI" panose="020B0502040204020203" pitchFamily="34" charset="0"/>
              </a:rPr>
              <a:t>.</a:t>
            </a:r>
          </a:p>
          <a:p>
            <a:pPr algn="l">
              <a:buFont typeface="+mj-lt"/>
              <a:buAutoNum type="arabicPeriod"/>
            </a:pPr>
            <a:endParaRPr lang="fr-FR" sz="1050" dirty="0">
              <a:solidFill>
                <a:srgbClr val="1E1E1E"/>
              </a:solidFill>
              <a:latin typeface="Segoe UI" panose="020B0502040204020203" pitchFamily="34" charset="0"/>
            </a:endParaRPr>
          </a:p>
          <a:p>
            <a:pPr algn="l">
              <a:buFont typeface="+mj-lt"/>
              <a:buAutoNum type="arabicPeriod"/>
            </a:pPr>
            <a:endParaRPr lang="fr-FR" sz="1050" b="0" i="0" dirty="0">
              <a:solidFill>
                <a:srgbClr val="1E1E1E"/>
              </a:solidFill>
              <a:effectLst/>
              <a:latin typeface="Segoe UI" panose="020B0502040204020203" pitchFamily="34" charset="0"/>
            </a:endParaRPr>
          </a:p>
          <a:p>
            <a:pPr algn="l">
              <a:buFont typeface="+mj-lt"/>
              <a:buAutoNum type="arabicPeriod"/>
            </a:pPr>
            <a:endParaRPr lang="fr-FR" sz="1050" b="0" i="0" dirty="0">
              <a:solidFill>
                <a:srgbClr val="1E1E1E"/>
              </a:solidFill>
              <a:effectLst/>
              <a:latin typeface="Segoe UI" panose="020B0502040204020203" pitchFamily="34" charset="0"/>
            </a:endParaRPr>
          </a:p>
          <a:p>
            <a:pPr algn="l"/>
            <a:r>
              <a:rPr lang="fr-FR" sz="1500" b="0" i="0" dirty="0">
                <a:solidFill>
                  <a:srgbClr val="616161"/>
                </a:solidFill>
                <a:effectLst/>
                <a:latin typeface="Times New Roman" panose="02020603050405020304" pitchFamily="18" charset="0"/>
                <a:cs typeface="Times New Roman" panose="02020603050405020304" pitchFamily="18" charset="0"/>
              </a:rPr>
              <a:t>Pointez sur bulles et sélectionnez afficher toutes les révisions en ligne.</a:t>
            </a:r>
          </a:p>
          <a:p>
            <a:pPr algn="l"/>
            <a:endParaRPr lang="fr-FR" sz="1500" b="0" i="0" dirty="0">
              <a:solidFill>
                <a:srgbClr val="616161"/>
              </a:solidFill>
              <a:effectLst/>
              <a:latin typeface="Times New Roman" panose="02020603050405020304" pitchFamily="18" charset="0"/>
              <a:cs typeface="Times New Roman" panose="02020603050405020304" pitchFamily="18" charset="0"/>
            </a:endParaRPr>
          </a:p>
          <a:p>
            <a:pPr algn="l"/>
            <a:endParaRPr lang="fr-FR" sz="1500" b="0" i="0" dirty="0">
              <a:solidFill>
                <a:srgbClr val="616161"/>
              </a:solidFill>
              <a:effectLst/>
              <a:latin typeface="Times New Roman" panose="02020603050405020304" pitchFamily="18" charset="0"/>
              <a:cs typeface="Times New Roman" panose="02020603050405020304" pitchFamily="18" charset="0"/>
            </a:endParaRPr>
          </a:p>
        </p:txBody>
      </p:sp>
      <p:pic>
        <p:nvPicPr>
          <p:cNvPr id="8196" name="Picture 4" descr="Afficher les marques de révision dans le volet de suivi">
            <a:extLst>
              <a:ext uri="{FF2B5EF4-FFF2-40B4-BE49-F238E27FC236}">
                <a16:creationId xmlns:a16="http://schemas.microsoft.com/office/drawing/2014/main" id="{52845A12-2F10-452C-92A1-89292DAAA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892522"/>
            <a:ext cx="2076450" cy="96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195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4</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100" dirty="0"/>
              <a:t>Accepter ou refuser une seule modification</a:t>
            </a:r>
          </a:p>
        </p:txBody>
      </p:sp>
      <p:sp>
        <p:nvSpPr>
          <p:cNvPr id="6147" name="Rectangle 3"/>
          <p:cNvSpPr>
            <a:spLocks noGrp="1" noChangeArrowheads="1"/>
          </p:cNvSpPr>
          <p:nvPr>
            <p:ph type="body" sz="quarter" idx="4294967295"/>
          </p:nvPr>
        </p:nvSpPr>
        <p:spPr>
          <a:xfrm>
            <a:off x="2051720" y="892522"/>
            <a:ext cx="7056784" cy="2736304"/>
          </a:xfrm>
          <a:prstGeom prst="rect">
            <a:avLst/>
          </a:prstGeom>
        </p:spPr>
        <p:txBody>
          <a:bodyPr/>
          <a:lstStyle/>
          <a:p>
            <a:pPr algn="l">
              <a:buFont typeface="+mj-lt"/>
              <a:buAutoNum type="arabicPeriod"/>
            </a:pPr>
            <a:r>
              <a:rPr lang="fr-FR" sz="1050" b="0" i="0" dirty="0">
                <a:solidFill>
                  <a:srgbClr val="1E1E1E"/>
                </a:solidFill>
                <a:effectLst/>
                <a:latin typeface="Segoe UI" panose="020B0502040204020203" pitchFamily="34" charset="0"/>
              </a:rPr>
              <a:t>Au lieu de parcourir les modifications en séquence, vous pouvez accepter ou refuser une seule modification. Lorsque vous acceptez ou refusez la modification, Word ne passe pas à la modification suivante du document.</a:t>
            </a:r>
          </a:p>
          <a:p>
            <a:pPr algn="l">
              <a:buFont typeface="+mj-lt"/>
              <a:buAutoNum type="arabicPeriod"/>
            </a:pPr>
            <a:endParaRPr lang="fr-FR" sz="1050" b="0" i="0" dirty="0">
              <a:solidFill>
                <a:srgbClr val="1E1E1E"/>
              </a:solidFill>
              <a:effectLst/>
              <a:latin typeface="Segoe UI" panose="020B0502040204020203" pitchFamily="34" charset="0"/>
            </a:endParaRPr>
          </a:p>
          <a:p>
            <a:pPr algn="l">
              <a:buFont typeface="+mj-lt"/>
              <a:buAutoNum type="arabicPeriod"/>
            </a:pPr>
            <a:r>
              <a:rPr lang="fr-FR" sz="1050" b="0" i="0" dirty="0">
                <a:solidFill>
                  <a:srgbClr val="1E1E1E"/>
                </a:solidFill>
                <a:effectLst/>
                <a:latin typeface="Segoe UI" panose="020B0502040204020203" pitchFamily="34" charset="0"/>
              </a:rPr>
              <a:t>Cliquez avec le bouton droit sur la modification et sélectionnez l’option d’accepter ou de refuser</a:t>
            </a:r>
            <a:endParaRPr lang="fr-FR" sz="1500" b="0" i="0" dirty="0">
              <a:solidFill>
                <a:srgbClr val="616161"/>
              </a:solidFill>
              <a:effectLst/>
              <a:latin typeface="Times New Roman" panose="02020603050405020304" pitchFamily="18" charset="0"/>
              <a:cs typeface="Times New Roman" panose="02020603050405020304" pitchFamily="18" charset="0"/>
            </a:endParaRPr>
          </a:p>
        </p:txBody>
      </p:sp>
      <p:pic>
        <p:nvPicPr>
          <p:cNvPr id="9218" name="Picture 2" descr="Cliquez avec le bouton droit sur modifier">
            <a:extLst>
              <a:ext uri="{FF2B5EF4-FFF2-40B4-BE49-F238E27FC236}">
                <a16:creationId xmlns:a16="http://schemas.microsoft.com/office/drawing/2014/main" id="{8B5A5863-47CB-4ED0-BC5E-9BB04E6F9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7836" y="1814712"/>
            <a:ext cx="2838450" cy="130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5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Espace réservé du numéro de diapositive 4"/>
          <p:cNvSpPr>
            <a:spLocks noGrp="1"/>
          </p:cNvSpPr>
          <p:nvPr>
            <p:ph type="sldNum" sz="quarter" idx="4294967295"/>
          </p:nvPr>
        </p:nvSpPr>
        <p:spPr>
          <a:xfrm>
            <a:off x="8512175" y="4713288"/>
            <a:ext cx="631825" cy="3429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lnSpc>
                <a:spcPct val="90000"/>
              </a:lnSpc>
              <a:spcBef>
                <a:spcPct val="0"/>
              </a:spcBef>
              <a:spcAft>
                <a:spcPct val="0"/>
              </a:spcAft>
              <a:defRPr b="1">
                <a:solidFill>
                  <a:schemeClr val="tx1"/>
                </a:solidFill>
                <a:latin typeface="Arial" charset="0"/>
              </a:defRPr>
            </a:lvl6pPr>
            <a:lvl7pPr marL="2971800" indent="-228600" defTabSz="762000" eaLnBrk="0" fontAlgn="base" hangingPunct="0">
              <a:lnSpc>
                <a:spcPct val="90000"/>
              </a:lnSpc>
              <a:spcBef>
                <a:spcPct val="0"/>
              </a:spcBef>
              <a:spcAft>
                <a:spcPct val="0"/>
              </a:spcAft>
              <a:defRPr b="1">
                <a:solidFill>
                  <a:schemeClr val="tx1"/>
                </a:solidFill>
                <a:latin typeface="Arial" charset="0"/>
              </a:defRPr>
            </a:lvl7pPr>
            <a:lvl8pPr marL="3429000" indent="-228600" defTabSz="762000" eaLnBrk="0" fontAlgn="base" hangingPunct="0">
              <a:lnSpc>
                <a:spcPct val="90000"/>
              </a:lnSpc>
              <a:spcBef>
                <a:spcPct val="0"/>
              </a:spcBef>
              <a:spcAft>
                <a:spcPct val="0"/>
              </a:spcAft>
              <a:defRPr b="1">
                <a:solidFill>
                  <a:schemeClr val="tx1"/>
                </a:solidFill>
                <a:latin typeface="Arial" charset="0"/>
              </a:defRPr>
            </a:lvl8pPr>
            <a:lvl9pPr marL="3886200" indent="-228600" defTabSz="762000" eaLnBrk="0" fontAlgn="base" hangingPunct="0">
              <a:lnSpc>
                <a:spcPct val="90000"/>
              </a:lnSpc>
              <a:spcBef>
                <a:spcPct val="0"/>
              </a:spcBef>
              <a:spcAft>
                <a:spcPct val="0"/>
              </a:spcAft>
              <a:defRPr b="1">
                <a:solidFill>
                  <a:schemeClr val="tx1"/>
                </a:solidFill>
                <a:latin typeface="Arial" charset="0"/>
              </a:defRPr>
            </a:lvl9pPr>
          </a:lstStyle>
          <a:p>
            <a:fld id="{7CAB0E25-82A5-4B65-8082-EE000C11623A}" type="slidenum">
              <a:rPr lang="fr-FR" altLang="fr-FR"/>
              <a:pPr/>
              <a:t>5</a:t>
            </a:fld>
            <a:endParaRPr lang="fr-FR" altLang="fr-FR"/>
          </a:p>
        </p:txBody>
      </p:sp>
      <p:sp>
        <p:nvSpPr>
          <p:cNvPr id="6146" name="Rectangle 2"/>
          <p:cNvSpPr>
            <a:spLocks noGrp="1" noChangeArrowheads="1"/>
          </p:cNvSpPr>
          <p:nvPr>
            <p:ph type="title" idx="4294967295"/>
          </p:nvPr>
        </p:nvSpPr>
        <p:spPr>
          <a:xfrm>
            <a:off x="539553" y="158750"/>
            <a:ext cx="8604448" cy="571500"/>
          </a:xfrm>
          <a:prstGeom prst="rect">
            <a:avLst/>
          </a:prstGeom>
        </p:spPr>
        <p:txBody>
          <a:bodyPr/>
          <a:lstStyle/>
          <a:p>
            <a:r>
              <a:rPr lang="fr-FR" sz="2100" dirty="0"/>
              <a:t>Examiner les modifications par type de modification ou</a:t>
            </a:r>
            <a:br>
              <a:rPr lang="fr-FR" sz="2100" dirty="0"/>
            </a:br>
            <a:r>
              <a:rPr lang="fr-FR" sz="2100" dirty="0"/>
              <a:t> par relecteur spécifique</a:t>
            </a:r>
          </a:p>
        </p:txBody>
      </p:sp>
      <p:sp>
        <p:nvSpPr>
          <p:cNvPr id="6147" name="Rectangle 3"/>
          <p:cNvSpPr>
            <a:spLocks noGrp="1" noChangeArrowheads="1"/>
          </p:cNvSpPr>
          <p:nvPr>
            <p:ph type="body" sz="quarter" idx="4294967295"/>
          </p:nvPr>
        </p:nvSpPr>
        <p:spPr>
          <a:xfrm>
            <a:off x="2051720" y="892522"/>
            <a:ext cx="7056784" cy="2736304"/>
          </a:xfrm>
          <a:prstGeom prst="rect">
            <a:avLst/>
          </a:prstGeom>
        </p:spPr>
        <p:txBody>
          <a:bodyPr/>
          <a:lstStyle/>
          <a:p>
            <a:pPr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Cliquez ou appuyez au début du document.</a:t>
            </a:r>
          </a:p>
          <a:p>
            <a:pPr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Dans l’onglet </a:t>
            </a:r>
            <a:r>
              <a:rPr lang="fr-FR" sz="1500" b="1" i="0" dirty="0">
                <a:solidFill>
                  <a:srgbClr val="1E1E1E"/>
                </a:solidFill>
                <a:effectLst/>
                <a:latin typeface="Times New Roman" panose="02020603050405020304" pitchFamily="18" charset="0"/>
                <a:cs typeface="Times New Roman" panose="02020603050405020304" pitchFamily="18" charset="0"/>
              </a:rPr>
              <a:t>révision</a:t>
            </a:r>
            <a:r>
              <a:rPr lang="fr-FR" sz="1500" b="0" i="0" dirty="0">
                <a:solidFill>
                  <a:srgbClr val="1E1E1E"/>
                </a:solidFill>
                <a:effectLst/>
                <a:latin typeface="Times New Roman" panose="02020603050405020304" pitchFamily="18" charset="0"/>
                <a:cs typeface="Times New Roman" panose="02020603050405020304" pitchFamily="18" charset="0"/>
              </a:rPr>
              <a:t> , accédez à </a:t>
            </a:r>
            <a:r>
              <a:rPr lang="fr-FR" sz="1500" b="1" i="0" dirty="0">
                <a:solidFill>
                  <a:srgbClr val="1E1E1E"/>
                </a:solidFill>
                <a:effectLst/>
                <a:latin typeface="Times New Roman" panose="02020603050405020304" pitchFamily="18" charset="0"/>
                <a:cs typeface="Times New Roman" panose="02020603050405020304" pitchFamily="18" charset="0"/>
              </a:rPr>
              <a:t>suivi</a:t>
            </a:r>
            <a:r>
              <a:rPr lang="fr-FR" sz="1500" b="0" i="0" dirty="0">
                <a:solidFill>
                  <a:srgbClr val="1E1E1E"/>
                </a:solidFill>
                <a:effectLst/>
                <a:latin typeface="Times New Roman" panose="02020603050405020304" pitchFamily="18" charset="0"/>
                <a:cs typeface="Times New Roman" panose="02020603050405020304" pitchFamily="18" charset="0"/>
              </a:rPr>
              <a:t>.</a:t>
            </a:r>
          </a:p>
          <a:p>
            <a:pPr algn="l">
              <a:buFont typeface="+mj-lt"/>
              <a:buAutoNum type="arabicPeriod"/>
            </a:pPr>
            <a:endParaRPr lang="fr-FR" sz="1500" dirty="0">
              <a:solidFill>
                <a:srgbClr val="1E1E1E"/>
              </a:solidFill>
              <a:latin typeface="Times New Roman" panose="02020603050405020304" pitchFamily="18" charset="0"/>
              <a:cs typeface="Times New Roman" panose="02020603050405020304" pitchFamily="18" charset="0"/>
            </a:endParaRPr>
          </a:p>
          <a:p>
            <a:pPr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Dans la liste </a:t>
            </a:r>
            <a:r>
              <a:rPr lang="fr-FR" sz="1500" b="1" i="0" dirty="0">
                <a:solidFill>
                  <a:srgbClr val="1E1E1E"/>
                </a:solidFill>
                <a:effectLst/>
                <a:latin typeface="Times New Roman" panose="02020603050405020304" pitchFamily="18" charset="0"/>
                <a:cs typeface="Times New Roman" panose="02020603050405020304" pitchFamily="18" charset="0"/>
              </a:rPr>
              <a:t>afficher les marques</a:t>
            </a:r>
            <a:r>
              <a:rPr lang="fr-FR" sz="1500" b="0" i="0" dirty="0">
                <a:solidFill>
                  <a:srgbClr val="1E1E1E"/>
                </a:solidFill>
                <a:effectLst/>
                <a:latin typeface="Times New Roman" panose="02020603050405020304" pitchFamily="18" charset="0"/>
                <a:cs typeface="Times New Roman" panose="02020603050405020304" pitchFamily="18" charset="0"/>
              </a:rPr>
              <a:t> , effectuez l’une des opérations suivantes :</a:t>
            </a:r>
          </a:p>
          <a:p>
            <a:pPr marL="742950" lvl="1" indent="-285750"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Désactivez toutes les cases à cocher à l’exception de celles situées en regard des types de modifications que vous souhaitez consulter.</a:t>
            </a:r>
          </a:p>
          <a:p>
            <a:pPr marL="742950" lvl="1" indent="-285750"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Pointez sur </a:t>
            </a:r>
            <a:r>
              <a:rPr lang="fr-FR" sz="1500" b="1" i="0" dirty="0">
                <a:solidFill>
                  <a:srgbClr val="1E1E1E"/>
                </a:solidFill>
                <a:effectLst/>
                <a:latin typeface="Times New Roman" panose="02020603050405020304" pitchFamily="18" charset="0"/>
                <a:cs typeface="Times New Roman" panose="02020603050405020304" pitchFamily="18" charset="0"/>
              </a:rPr>
              <a:t>personnes spécifiques</a:t>
            </a:r>
            <a:r>
              <a:rPr lang="fr-FR" sz="1500" b="0" i="0" dirty="0">
                <a:solidFill>
                  <a:srgbClr val="1E1E1E"/>
                </a:solidFill>
                <a:effectLst/>
                <a:latin typeface="Times New Roman" panose="02020603050405020304" pitchFamily="18" charset="0"/>
                <a:cs typeface="Times New Roman" panose="02020603050405020304" pitchFamily="18" charset="0"/>
              </a:rPr>
              <a:t>, puis désactivez toutes les cases à cocher à l’exception de celles situées en regard des noms des relecteurs dont vous souhaitez afficher les modifications ou cliquez sur </a:t>
            </a:r>
            <a:r>
              <a:rPr lang="fr-FR" sz="1500" b="1" i="0" dirty="0">
                <a:solidFill>
                  <a:srgbClr val="1E1E1E"/>
                </a:solidFill>
                <a:effectLst/>
                <a:latin typeface="Times New Roman" panose="02020603050405020304" pitchFamily="18" charset="0"/>
                <a:cs typeface="Times New Roman" panose="02020603050405020304" pitchFamily="18" charset="0"/>
              </a:rPr>
              <a:t>tous les relecteurs</a:t>
            </a:r>
            <a:r>
              <a:rPr lang="fr-FR" sz="1500" b="0" i="0" dirty="0">
                <a:solidFill>
                  <a:srgbClr val="1E1E1E"/>
                </a:solidFill>
                <a:effectLst/>
                <a:latin typeface="Times New Roman" panose="02020603050405020304" pitchFamily="18" charset="0"/>
                <a:cs typeface="Times New Roman" panose="02020603050405020304" pitchFamily="18" charset="0"/>
              </a:rPr>
              <a:t> pour activer ou désactiver les cases à cocher de tous les relecteurs dans la liste.</a:t>
            </a:r>
          </a:p>
          <a:p>
            <a:pPr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Dans l’onglet </a:t>
            </a:r>
            <a:r>
              <a:rPr lang="fr-FR" sz="1500" b="1" i="0" dirty="0">
                <a:solidFill>
                  <a:srgbClr val="1E1E1E"/>
                </a:solidFill>
                <a:effectLst/>
                <a:latin typeface="Times New Roman" panose="02020603050405020304" pitchFamily="18" charset="0"/>
                <a:cs typeface="Times New Roman" panose="02020603050405020304" pitchFamily="18" charset="0"/>
              </a:rPr>
              <a:t>révision</a:t>
            </a:r>
            <a:r>
              <a:rPr lang="fr-FR" sz="1500" b="0" i="0" dirty="0">
                <a:solidFill>
                  <a:srgbClr val="1E1E1E"/>
                </a:solidFill>
                <a:effectLst/>
                <a:latin typeface="Times New Roman" panose="02020603050405020304" pitchFamily="18" charset="0"/>
                <a:cs typeface="Times New Roman" panose="02020603050405020304" pitchFamily="18" charset="0"/>
              </a:rPr>
              <a:t> , accédez à </a:t>
            </a:r>
            <a:r>
              <a:rPr lang="fr-FR" sz="1500" b="1" i="0" dirty="0">
                <a:solidFill>
                  <a:srgbClr val="1E1E1E"/>
                </a:solidFill>
                <a:effectLst/>
                <a:latin typeface="Times New Roman" panose="02020603050405020304" pitchFamily="18" charset="0"/>
                <a:cs typeface="Times New Roman" panose="02020603050405020304" pitchFamily="18" charset="0"/>
              </a:rPr>
              <a:t>modifications</a:t>
            </a:r>
            <a:r>
              <a:rPr lang="fr-FR" sz="1500" b="0" i="0" dirty="0">
                <a:solidFill>
                  <a:srgbClr val="1E1E1E"/>
                </a:solidFill>
                <a:effectLst/>
                <a:latin typeface="Times New Roman" panose="02020603050405020304" pitchFamily="18" charset="0"/>
                <a:cs typeface="Times New Roman" panose="02020603050405020304" pitchFamily="18" charset="0"/>
              </a:rPr>
              <a:t>.</a:t>
            </a:r>
          </a:p>
          <a:p>
            <a:pPr algn="l">
              <a:buFont typeface="+mj-lt"/>
              <a:buAutoNum type="arabicPeriod"/>
            </a:pPr>
            <a:r>
              <a:rPr lang="fr-FR" sz="1500" b="0" i="0" dirty="0">
                <a:solidFill>
                  <a:srgbClr val="1E1E1E"/>
                </a:solidFill>
                <a:effectLst/>
                <a:latin typeface="Times New Roman" panose="02020603050405020304" pitchFamily="18" charset="0"/>
                <a:cs typeface="Times New Roman" panose="02020603050405020304" pitchFamily="18" charset="0"/>
              </a:rPr>
              <a:t>Sélectionnez </a:t>
            </a:r>
            <a:r>
              <a:rPr lang="fr-FR" sz="1500" b="1" i="0" dirty="0">
                <a:solidFill>
                  <a:srgbClr val="1E1E1E"/>
                </a:solidFill>
                <a:effectLst/>
                <a:latin typeface="Times New Roman" panose="02020603050405020304" pitchFamily="18" charset="0"/>
                <a:cs typeface="Times New Roman" panose="02020603050405020304" pitchFamily="18" charset="0"/>
              </a:rPr>
              <a:t>accepter </a:t>
            </a:r>
            <a:r>
              <a:rPr lang="fr-FR" sz="1500" b="0" i="0" dirty="0">
                <a:solidFill>
                  <a:srgbClr val="1E1E1E"/>
                </a:solidFill>
                <a:effectLst/>
                <a:latin typeface="Times New Roman" panose="02020603050405020304" pitchFamily="18" charset="0"/>
                <a:cs typeface="Times New Roman" panose="02020603050405020304" pitchFamily="18" charset="0"/>
              </a:rPr>
              <a:t>ou </a:t>
            </a:r>
            <a:r>
              <a:rPr lang="fr-FR" sz="1500" b="1" i="0" dirty="0">
                <a:solidFill>
                  <a:srgbClr val="1E1E1E"/>
                </a:solidFill>
                <a:effectLst/>
                <a:latin typeface="Times New Roman" panose="02020603050405020304" pitchFamily="18" charset="0"/>
                <a:cs typeface="Times New Roman" panose="02020603050405020304" pitchFamily="18" charset="0"/>
              </a:rPr>
              <a:t>refuser</a:t>
            </a:r>
            <a:r>
              <a:rPr lang="fr-FR" sz="1500" b="0" i="0" dirty="0">
                <a:solidFill>
                  <a:srgbClr val="1E1E1E"/>
                </a:solidFill>
                <a:effectLst/>
                <a:latin typeface="Times New Roman" panose="02020603050405020304" pitchFamily="18" charset="0"/>
                <a:cs typeface="Times New Roman" panose="02020603050405020304" pitchFamily="18" charset="0"/>
              </a:rPr>
              <a:t>. Lorsque vous acceptez ou refusez les modifications, Word passe à la modification suivante.</a:t>
            </a:r>
          </a:p>
          <a:p>
            <a:pPr algn="l">
              <a:buFont typeface="+mj-lt"/>
              <a:buAutoNum type="arabicPeriod"/>
            </a:pPr>
            <a:endParaRPr lang="fr-FR" sz="1500" b="0" i="0" dirty="0">
              <a:solidFill>
                <a:srgbClr val="1E1E1E"/>
              </a:solidFill>
              <a:effectLst/>
              <a:latin typeface="Times New Roman" panose="02020603050405020304" pitchFamily="18" charset="0"/>
              <a:cs typeface="Times New Roman" panose="02020603050405020304" pitchFamily="18" charset="0"/>
            </a:endParaRPr>
          </a:p>
        </p:txBody>
      </p:sp>
      <p:pic>
        <p:nvPicPr>
          <p:cNvPr id="10242" name="Picture 2" descr="Afficher les marques de révision dans le volet de suivi">
            <a:extLst>
              <a:ext uri="{FF2B5EF4-FFF2-40B4-BE49-F238E27FC236}">
                <a16:creationId xmlns:a16="http://schemas.microsoft.com/office/drawing/2014/main" id="{26AF167E-A777-422E-90D4-E9E581571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9979" y="689963"/>
            <a:ext cx="2076450" cy="96202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anneau modifications">
            <a:extLst>
              <a:ext uri="{FF2B5EF4-FFF2-40B4-BE49-F238E27FC236}">
                <a16:creationId xmlns:a16="http://schemas.microsoft.com/office/drawing/2014/main" id="{812E444B-C97B-41B9-8CFE-199589C09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312" y="3982049"/>
            <a:ext cx="1666875" cy="94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83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a:t>Question ?</a:t>
            </a:r>
            <a:endParaRPr lang="ko-KR" altLang="en-US"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6240" y="-94481"/>
            <a:ext cx="1082055" cy="1082055"/>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657462"/>
      </p:ext>
    </p:extLst>
  </p:cSld>
  <p:clrMapOvr>
    <a:masterClrMapping/>
  </p:clrMapOvr>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11654</TotalTime>
  <Words>376</Words>
  <Application>Microsoft Office PowerPoint</Application>
  <PresentationFormat>Affichage à l'écran (16:9)</PresentationFormat>
  <Paragraphs>38</Paragraphs>
  <Slides>6</Slides>
  <Notes>0</Notes>
  <HiddenSlides>0</HiddenSlides>
  <MMClips>0</MMClips>
  <ScaleCrop>false</ScaleCrop>
  <HeadingPairs>
    <vt:vector size="6" baseType="variant">
      <vt:variant>
        <vt:lpstr>Polices utilisées</vt:lpstr>
      </vt:variant>
      <vt:variant>
        <vt:i4>4</vt:i4>
      </vt:variant>
      <vt:variant>
        <vt:lpstr>Thème</vt:lpstr>
      </vt:variant>
      <vt:variant>
        <vt:i4>3</vt:i4>
      </vt:variant>
      <vt:variant>
        <vt:lpstr>Titres des diapositives</vt:lpstr>
      </vt:variant>
      <vt:variant>
        <vt:i4>6</vt:i4>
      </vt:variant>
    </vt:vector>
  </HeadingPairs>
  <TitlesOfParts>
    <vt:vector size="13" baseType="lpstr">
      <vt:lpstr>Arial</vt:lpstr>
      <vt:lpstr>Calibri</vt:lpstr>
      <vt:lpstr>Segoe UI</vt:lpstr>
      <vt:lpstr>Times New Roman</vt:lpstr>
      <vt:lpstr>Cover and End Slide Master</vt:lpstr>
      <vt:lpstr>Contents Slide Master</vt:lpstr>
      <vt:lpstr>Section Break Slide Master</vt:lpstr>
      <vt:lpstr>Présentation PowerPoint</vt:lpstr>
      <vt:lpstr>Suivre les modifications dans Word</vt:lpstr>
      <vt:lpstr>Afficher ou masquer des commentaires ou des modifications</vt:lpstr>
      <vt:lpstr>Accepter ou refuser une seule modification</vt:lpstr>
      <vt:lpstr>Examiner les modifications par type de modification ou  par relecteur spécifique</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AsmaAouichat@mdibs.onmicrosoft.com</cp:lastModifiedBy>
  <cp:revision>531</cp:revision>
  <dcterms:created xsi:type="dcterms:W3CDTF">2016-12-05T23:26:54Z</dcterms:created>
  <dcterms:modified xsi:type="dcterms:W3CDTF">2021-02-20T19:14:22Z</dcterms:modified>
</cp:coreProperties>
</file>