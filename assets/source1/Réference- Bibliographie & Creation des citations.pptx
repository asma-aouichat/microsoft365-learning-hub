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  <p:sldMasterId id="2147483653" r:id="rId3"/>
  </p:sldMasterIdLst>
  <p:notesMasterIdLst>
    <p:notesMasterId r:id="rId15"/>
  </p:notesMasterIdLst>
  <p:handoutMasterIdLst>
    <p:handoutMasterId r:id="rId16"/>
  </p:handoutMasterIdLst>
  <p:sldIdLst>
    <p:sldId id="256" r:id="rId4"/>
    <p:sldId id="401" r:id="rId5"/>
    <p:sldId id="409" r:id="rId6"/>
    <p:sldId id="407" r:id="rId7"/>
    <p:sldId id="404" r:id="rId8"/>
    <p:sldId id="405" r:id="rId9"/>
    <p:sldId id="403" r:id="rId10"/>
    <p:sldId id="406" r:id="rId11"/>
    <p:sldId id="408" r:id="rId12"/>
    <p:sldId id="388" r:id="rId13"/>
    <p:sldId id="402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590" y="-6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3376" y="-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35305-B13A-4D54-AA37-5C48A5194BAE}" type="datetimeFigureOut">
              <a:rPr lang="fr-FR" smtClean="0"/>
              <a:t>01/02/2021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D73C0-3EB0-493F-85BA-568868B7EB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379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0FB7C-F83F-4EB1-9185-B24EFE9878DA}" type="datetimeFigureOut">
              <a:rPr lang="fr-FR" smtClean="0"/>
              <a:t>01/02/2021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C05AE-884A-4259-B46C-1BFBDBD96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1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22473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179512" y="195486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7825" y="971550"/>
            <a:ext cx="8343900" cy="39957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2C201-C571-47D8-A02A-CE1F7DAE9C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601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9F808-56E8-4EE0-B1F0-7CD9129F957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765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5663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 Placeholder 2"/>
          <p:cNvSpPr txBox="1">
            <a:spLocks/>
          </p:cNvSpPr>
          <p:nvPr userDrawn="1"/>
        </p:nvSpPr>
        <p:spPr>
          <a:xfrm>
            <a:off x="3171458" y="4882137"/>
            <a:ext cx="5976664" cy="261363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Tx/>
              <a:buNone/>
            </a:pPr>
            <a:r>
              <a:rPr lang="en-US" altLang="ko-KR" sz="1200" b="1" dirty="0" err="1" smtClean="0">
                <a:ea typeface="맑은 고딕" pitchFamily="50" charset="-127"/>
              </a:rPr>
              <a:t>Cours</a:t>
            </a:r>
            <a:r>
              <a:rPr lang="en-US" altLang="ko-KR" sz="1200" b="1" dirty="0" smtClean="0">
                <a:ea typeface="맑은 고딕" pitchFamily="50" charset="-127"/>
              </a:rPr>
              <a:t> N 01 :Introduction WORD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-26321" y="4881521"/>
            <a:ext cx="2448272" cy="261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A.Aouichat</a:t>
            </a:r>
            <a:endParaRPr lang="fr-F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72" r:id="rId12"/>
    <p:sldLayoutId id="2147483656" r:id="rId13"/>
    <p:sldLayoutId id="2147483673" r:id="rId14"/>
    <p:sldLayoutId id="2147483674" r:id="rId15"/>
    <p:sldLayoutId id="2147483675" r:id="rId16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108520" y="3435846"/>
            <a:ext cx="9396536" cy="792089"/>
          </a:xfrm>
          <a:ln w="19050">
            <a:noFill/>
          </a:ln>
        </p:spPr>
        <p:txBody>
          <a:bodyPr/>
          <a:lstStyle/>
          <a:p>
            <a:r>
              <a:rPr lang="en-US" altLang="ko-KR" dirty="0" err="1" smtClean="0">
                <a:ea typeface="맑은 고딕" pitchFamily="50" charset="-127"/>
              </a:rPr>
              <a:t>Cours</a:t>
            </a:r>
            <a:r>
              <a:rPr lang="en-US" altLang="ko-KR" dirty="0" smtClean="0">
                <a:ea typeface="맑은 고딕" pitchFamily="50" charset="-127"/>
              </a:rPr>
              <a:t> N 01 </a:t>
            </a:r>
            <a:r>
              <a:rPr lang="en-US" altLang="ko-KR" dirty="0" smtClean="0">
                <a:ea typeface="맑은 고딕" pitchFamily="50" charset="-127"/>
              </a:rPr>
              <a:t>:</a:t>
            </a:r>
            <a:r>
              <a:rPr lang="fr-FR" dirty="0"/>
              <a:t>Créer une bibliographie, </a:t>
            </a:r>
            <a:endParaRPr lang="fr-FR" dirty="0" smtClean="0"/>
          </a:p>
          <a:p>
            <a:r>
              <a:rPr lang="fr-FR" dirty="0" smtClean="0"/>
              <a:t>citations </a:t>
            </a:r>
            <a:r>
              <a:rPr lang="fr-FR" dirty="0"/>
              <a:t>et des 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51520" y="4443958"/>
            <a:ext cx="9144000" cy="288032"/>
          </a:xfrm>
          <a:ln w="12700">
            <a:noFill/>
          </a:ln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 err="1" smtClean="0"/>
              <a:t>A.Aouichat</a:t>
            </a:r>
            <a:r>
              <a:rPr lang="en-US" altLang="ko-KR" dirty="0" smtClean="0"/>
              <a:t>				   	asm.aouichat@gmail.com</a:t>
            </a:r>
            <a:endParaRPr lang="en-US" altLang="ko-KR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583754" y="4371950"/>
            <a:ext cx="80206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une note de bas de page </a:t>
            </a:r>
            <a:endParaRPr lang="fr-FR" sz="2500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r>
              <a:rPr lang="fr-FR" sz="2400" dirty="0"/>
              <a:t>L'usage de </a:t>
            </a:r>
            <a:r>
              <a:rPr lang="fr-FR" sz="2400" b="1" dirty="0"/>
              <a:t>notes de bas de page</a:t>
            </a:r>
            <a:r>
              <a:rPr lang="fr-FR" sz="2400" dirty="0"/>
              <a:t> dans un texte est très pratique, d'une part pour insérer des 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/>
              <a:t> </a:t>
            </a:r>
            <a:r>
              <a:rPr lang="fr-FR" sz="2400" dirty="0" smtClean="0"/>
              <a:t>   remarques </a:t>
            </a:r>
            <a:r>
              <a:rPr lang="fr-FR" sz="2400" dirty="0"/>
              <a:t>et ainsi éviter l'usage de parenthèses, 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/>
              <a:t> </a:t>
            </a:r>
            <a:r>
              <a:rPr lang="fr-FR" sz="2400" smtClean="0"/>
              <a:t>   d'autre </a:t>
            </a:r>
            <a:r>
              <a:rPr lang="fr-FR" sz="2400" dirty="0"/>
              <a:t>part pour les références bibliographiques.</a:t>
            </a:r>
          </a:p>
          <a:p>
            <a:pPr marL="0" indent="0">
              <a:buNone/>
            </a:pPr>
            <a:r>
              <a:rPr lang="fr-FR" sz="2400" dirty="0"/>
              <a:t/>
            </a:r>
            <a:br>
              <a:rPr lang="fr-FR" sz="2400" dirty="0"/>
            </a:br>
            <a:endParaRPr lang="fr-FR" sz="2300" dirty="0"/>
          </a:p>
        </p:txBody>
      </p:sp>
    </p:spTree>
    <p:extLst>
      <p:ext uri="{BB962C8B-B14F-4D97-AF65-F5344CB8AC3E}">
        <p14:creationId xmlns:p14="http://schemas.microsoft.com/office/powerpoint/2010/main" val="271771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une note de bas de page </a:t>
            </a:r>
            <a:endParaRPr lang="fr-FR" sz="2500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r>
              <a:rPr lang="fr-FR" sz="2400" dirty="0"/>
              <a:t>Placez votre curseur à la fin du mot pour lequel vous souhaiter insérer une note de bas de page </a:t>
            </a:r>
            <a:endParaRPr lang="fr-FR" sz="2400" dirty="0" smtClean="0"/>
          </a:p>
          <a:p>
            <a:r>
              <a:rPr lang="fr-FR" sz="2400" dirty="0" smtClean="0"/>
              <a:t>Allez </a:t>
            </a:r>
            <a:r>
              <a:rPr lang="fr-FR" sz="2400" dirty="0"/>
              <a:t>dans l’onglet « Références », puis dans la catégorie « Notes de bas de pages » </a:t>
            </a:r>
            <a:endParaRPr lang="fr-FR" sz="2400" dirty="0" smtClean="0"/>
          </a:p>
          <a:p>
            <a:r>
              <a:rPr lang="fr-FR" sz="2400" dirty="0" smtClean="0"/>
              <a:t>Puis </a:t>
            </a:r>
            <a:r>
              <a:rPr lang="fr-FR" sz="2400" dirty="0"/>
              <a:t>cliquez sur « Insérer une note de bas de page »</a:t>
            </a:r>
            <a:endParaRPr lang="fr-FR" sz="23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884" y="771550"/>
            <a:ext cx="7268604" cy="4058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231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500" b="1" dirty="0"/>
              <a:t>Saisir les éléments de la </a:t>
            </a:r>
            <a:r>
              <a:rPr lang="fr-FR" sz="2500" b="1" dirty="0" smtClean="0"/>
              <a:t>bibliographie</a:t>
            </a:r>
            <a:endParaRPr lang="fr-FR" sz="2500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r>
              <a:rPr lang="fr-FR" sz="2400" dirty="0"/>
              <a:t>Sélectionnez </a:t>
            </a:r>
            <a:r>
              <a:rPr lang="fr-FR" sz="2400" b="1" dirty="0"/>
              <a:t>Insérer une Citation.</a:t>
            </a:r>
            <a:endParaRPr lang="fr-FR" sz="2300" dirty="0"/>
          </a:p>
        </p:txBody>
      </p:sp>
      <p:pic>
        <p:nvPicPr>
          <p:cNvPr id="5122" name="Picture 2" descr="Sous l’onglet Références, sélectionnez un style de citation dans la liste sty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275606"/>
            <a:ext cx="5688632" cy="320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12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500" b="1" dirty="0"/>
              <a:t>Saisir les éléments de la </a:t>
            </a:r>
            <a:r>
              <a:rPr lang="fr-FR" sz="2500" b="1" dirty="0" smtClean="0"/>
              <a:t>bibliographie</a:t>
            </a:r>
            <a:endParaRPr lang="fr-FR" sz="2500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906977" y="1059582"/>
            <a:ext cx="7258288" cy="2736304"/>
          </a:xfrm>
          <a:prstGeom prst="rect">
            <a:avLst/>
          </a:prstGeom>
        </p:spPr>
        <p:txBody>
          <a:bodyPr/>
          <a:lstStyle/>
          <a:p>
            <a:r>
              <a:rPr lang="fr-FR" sz="2400" dirty="0"/>
              <a:t>Cliquez sur </a:t>
            </a:r>
            <a:r>
              <a:rPr lang="fr-FR" sz="2400" b="1" dirty="0"/>
              <a:t>Ajouter une nouvelle Source</a:t>
            </a:r>
            <a:r>
              <a:rPr lang="fr-FR" sz="2400" dirty="0"/>
              <a:t> et 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renseignez </a:t>
            </a:r>
            <a:r>
              <a:rPr lang="fr-FR" sz="2400" dirty="0"/>
              <a:t>les informations relatives à votre source.</a:t>
            </a:r>
          </a:p>
          <a:p>
            <a:r>
              <a:rPr lang="fr-FR" sz="2400" dirty="0"/>
              <a:t>Une fois que vous avez ajouté une source à votre 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liste</a:t>
            </a:r>
            <a:r>
              <a:rPr lang="fr-FR" sz="2400" dirty="0"/>
              <a:t>, vous pouvez les donner à nouveau </a:t>
            </a:r>
            <a:r>
              <a:rPr lang="fr-FR" sz="2400" dirty="0" smtClean="0"/>
              <a:t>:</a:t>
            </a:r>
          </a:p>
          <a:p>
            <a:r>
              <a:rPr lang="fr-FR" sz="2400" dirty="0" smtClean="0"/>
              <a:t>Placez </a:t>
            </a:r>
            <a:r>
              <a:rPr lang="fr-FR" sz="2400" dirty="0"/>
              <a:t>le curseur à la fin du texte que vous 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souhaitez </a:t>
            </a:r>
            <a:r>
              <a:rPr lang="fr-FR" sz="2400" dirty="0"/>
              <a:t>citer.</a:t>
            </a:r>
          </a:p>
          <a:p>
            <a:r>
              <a:rPr lang="fr-FR" sz="2400" dirty="0" smtClean="0"/>
              <a:t>Accédez </a:t>
            </a:r>
            <a:r>
              <a:rPr lang="fr-FR" sz="2400" dirty="0"/>
              <a:t>aux </a:t>
            </a:r>
            <a:r>
              <a:rPr lang="fr-FR" sz="2400" b="1" dirty="0"/>
              <a:t>références &gt; Insérer une Citation</a:t>
            </a:r>
            <a:r>
              <a:rPr lang="fr-FR" sz="2400" dirty="0"/>
              <a:t>, puis choisissez la source que vous citez.</a:t>
            </a:r>
          </a:p>
        </p:txBody>
      </p:sp>
      <p:pic>
        <p:nvPicPr>
          <p:cNvPr id="4098" name="Picture 2" descr="Pointez sur Insérer une citation, puis sélectionnez Ajouter une sour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669925"/>
            <a:ext cx="32861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90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500" b="1" dirty="0"/>
              <a:t>Saisir les éléments de la </a:t>
            </a:r>
            <a:r>
              <a:rPr lang="fr-FR" sz="2500" b="1" dirty="0" smtClean="0"/>
              <a:t>bibliographie</a:t>
            </a:r>
            <a:endParaRPr lang="fr-FR" sz="2500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906977" y="1059582"/>
            <a:ext cx="7258288" cy="2736304"/>
          </a:xfrm>
          <a:prstGeom prst="rect">
            <a:avLst/>
          </a:prstGeom>
        </p:spPr>
        <p:txBody>
          <a:bodyPr/>
          <a:lstStyle/>
          <a:p>
            <a:r>
              <a:rPr lang="fr-FR" sz="2400" dirty="0" smtClean="0"/>
              <a:t>Pour </a:t>
            </a:r>
            <a:r>
              <a:rPr lang="fr-FR" sz="2400" dirty="0"/>
              <a:t>ajouter des détails, tels que les numéros de page si vous êtes citation un carnet d'adresses, sélectionnez </a:t>
            </a:r>
            <a:r>
              <a:rPr lang="fr-FR" sz="2400" b="1" dirty="0"/>
              <a:t>Les Options de Citation</a:t>
            </a:r>
            <a:r>
              <a:rPr lang="fr-FR" sz="2400" dirty="0"/>
              <a:t>, puis sur </a:t>
            </a:r>
            <a:r>
              <a:rPr lang="fr-FR" sz="2400" b="1" dirty="0"/>
              <a:t>Modifier la Citation</a:t>
            </a:r>
            <a:r>
              <a:rPr lang="fr-FR" sz="2400" dirty="0"/>
              <a:t>.</a:t>
            </a:r>
          </a:p>
          <a:p>
            <a:r>
              <a:rPr lang="fr-FR" sz="2400" dirty="0"/>
              <a:t/>
            </a:r>
            <a:br>
              <a:rPr lang="fr-FR" sz="2400" dirty="0"/>
            </a:br>
            <a:endParaRPr lang="fr-FR" sz="2400" dirty="0"/>
          </a:p>
        </p:txBody>
      </p:sp>
      <p:pic>
        <p:nvPicPr>
          <p:cNvPr id="2" name="Picture 2" descr="https://geainfolemans.github.io/Texteur/res/biblio4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576139"/>
            <a:ext cx="5616624" cy="244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8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500" b="1" dirty="0"/>
              <a:t>Saisir les éléments de la </a:t>
            </a:r>
            <a:r>
              <a:rPr lang="fr-FR" sz="2500" b="1" dirty="0" smtClean="0"/>
              <a:t>bibliographie</a:t>
            </a:r>
            <a:endParaRPr lang="fr-FR" sz="2500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r>
              <a:rPr lang="fr-FR" sz="2300" dirty="0"/>
              <a:t>Placez le curseur à la fin du texte que vous souhaitez citer.</a:t>
            </a:r>
          </a:p>
          <a:p>
            <a:r>
              <a:rPr lang="fr-FR" sz="2300" dirty="0" smtClean="0"/>
              <a:t>Accédez </a:t>
            </a:r>
            <a:r>
              <a:rPr lang="fr-FR" sz="2300" dirty="0"/>
              <a:t>aux </a:t>
            </a:r>
            <a:r>
              <a:rPr lang="fr-FR" sz="2300" b="1" dirty="0"/>
              <a:t>références &gt; Style</a:t>
            </a:r>
            <a:r>
              <a:rPr lang="fr-FR" sz="2300" dirty="0"/>
              <a:t>, </a:t>
            </a:r>
            <a:endParaRPr lang="fr-FR" sz="2300" dirty="0" smtClean="0"/>
          </a:p>
          <a:p>
            <a:pPr marL="457200" lvl="1" indent="0">
              <a:buNone/>
            </a:pPr>
            <a:r>
              <a:rPr lang="fr-FR" sz="1900" dirty="0" smtClean="0"/>
              <a:t>puis </a:t>
            </a:r>
            <a:r>
              <a:rPr lang="fr-FR" sz="1900" dirty="0"/>
              <a:t>choisissez un style de citation</a:t>
            </a:r>
            <a:r>
              <a:rPr lang="fr-FR" sz="1900" dirty="0" smtClean="0"/>
              <a:t>.</a:t>
            </a:r>
          </a:p>
          <a:p>
            <a:endParaRPr lang="fr-FR" sz="2300" dirty="0"/>
          </a:p>
        </p:txBody>
      </p:sp>
      <p:pic>
        <p:nvPicPr>
          <p:cNvPr id="1026" name="Picture 2" descr="https://geainfolemans.github.io/Texteur/res/biblio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686223"/>
            <a:ext cx="5791200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39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b="1" dirty="0"/>
              <a:t>Créer une bibliographie</a:t>
            </a:r>
            <a:endParaRPr lang="fr-FR" sz="2500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4680520"/>
          </a:xfrm>
          <a:prstGeom prst="rect">
            <a:avLst/>
          </a:prstGeom>
        </p:spPr>
        <p:txBody>
          <a:bodyPr/>
          <a:lstStyle/>
          <a:p>
            <a:r>
              <a:rPr lang="fr-FR" sz="2300" dirty="0"/>
              <a:t>Des sources mentionnées dans votre document, vous êtes prêt à créer une bibliographie.</a:t>
            </a:r>
          </a:p>
          <a:p>
            <a:endParaRPr lang="fr-FR" sz="2300" dirty="0" smtClean="0"/>
          </a:p>
          <a:p>
            <a:r>
              <a:rPr lang="fr-FR" sz="2300" dirty="0" smtClean="0"/>
              <a:t>Placez </a:t>
            </a:r>
            <a:r>
              <a:rPr lang="fr-FR" sz="2300" dirty="0"/>
              <a:t>le curseur où vous souhaitez la bibliographie.</a:t>
            </a:r>
          </a:p>
          <a:p>
            <a:endParaRPr lang="fr-FR" sz="2300" dirty="0" smtClean="0"/>
          </a:p>
          <a:p>
            <a:endParaRPr lang="fr-FR" sz="2300" dirty="0"/>
          </a:p>
          <a:p>
            <a:r>
              <a:rPr lang="fr-FR" sz="2300" dirty="0" smtClean="0"/>
              <a:t>Accédez </a:t>
            </a:r>
            <a:r>
              <a:rPr lang="fr-FR" sz="2300" dirty="0"/>
              <a:t>aux références &gt; Bibliographie, puis choisissez un format.</a:t>
            </a:r>
          </a:p>
          <a:p>
            <a:endParaRPr lang="fr-FR" sz="2300" dirty="0" smtClean="0"/>
          </a:p>
          <a:p>
            <a:endParaRPr lang="fr-FR" sz="2300" dirty="0"/>
          </a:p>
        </p:txBody>
      </p:sp>
    </p:spTree>
    <p:extLst>
      <p:ext uri="{BB962C8B-B14F-4D97-AF65-F5344CB8AC3E}">
        <p14:creationId xmlns:p14="http://schemas.microsoft.com/office/powerpoint/2010/main" val="202355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CA" sz="2800" b="1" dirty="0"/>
              <a:t>Exercice </a:t>
            </a:r>
            <a:r>
              <a:rPr lang="fr-CA" sz="2800" b="1" dirty="0" smtClean="0"/>
              <a:t>1</a:t>
            </a:r>
            <a:r>
              <a:rPr lang="fr-CA" sz="2800" b="1" dirty="0"/>
              <a:t>:</a:t>
            </a:r>
            <a:endParaRPr lang="fr-FR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2051720" y="771550"/>
            <a:ext cx="7114272" cy="4680520"/>
          </a:xfrm>
          <a:prstGeom prst="rect">
            <a:avLst/>
          </a:prstGeom>
        </p:spPr>
        <p:txBody>
          <a:bodyPr/>
          <a:lstStyle/>
          <a:p>
            <a:r>
              <a:rPr lang="fr-FR" sz="1500" b="1" dirty="0" smtClean="0"/>
              <a:t>Créer les citations suivantes:</a:t>
            </a:r>
          </a:p>
          <a:p>
            <a:endParaRPr lang="fr-FR" sz="1500" dirty="0"/>
          </a:p>
          <a:p>
            <a:r>
              <a:rPr lang="fr-CA" sz="1500" dirty="0" err="1" smtClean="0"/>
              <a:t>Damasio</a:t>
            </a:r>
            <a:r>
              <a:rPr lang="fr-CA" sz="1500" dirty="0"/>
              <a:t>, A. R. (2008). </a:t>
            </a:r>
            <a:r>
              <a:rPr lang="fr-CA" sz="1500" i="1" dirty="0"/>
              <a:t>Spinoza avait raison : joie et tristesse, le cerveau des émotions</a:t>
            </a:r>
            <a:r>
              <a:rPr lang="fr-CA" sz="1500" dirty="0"/>
              <a:t>.     Paris, France : Odile Jacob.</a:t>
            </a:r>
            <a:endParaRPr lang="fr-FR" sz="1500" dirty="0"/>
          </a:p>
          <a:p>
            <a:endParaRPr lang="fr-FR" sz="1500" dirty="0" smtClean="0"/>
          </a:p>
          <a:p>
            <a:r>
              <a:rPr lang="en-US" sz="1500" dirty="0" err="1"/>
              <a:t>Xuchen</a:t>
            </a:r>
            <a:r>
              <a:rPr lang="en-US" sz="1500" dirty="0"/>
              <a:t> Yao, Benjamin Van </a:t>
            </a:r>
            <a:r>
              <a:rPr lang="en-US" sz="1500" dirty="0" err="1"/>
              <a:t>Durme</a:t>
            </a:r>
            <a:r>
              <a:rPr lang="en-US" sz="1500" dirty="0"/>
              <a:t>, Chris </a:t>
            </a:r>
            <a:r>
              <a:rPr lang="en-US" sz="1500" dirty="0" err="1"/>
              <a:t>Callisonburch</a:t>
            </a:r>
            <a:r>
              <a:rPr lang="en-US" sz="1500" dirty="0"/>
              <a:t>, and Peter Clark. 2013. Answer extraction as sequence tagging with tree edit distance.  </a:t>
            </a:r>
            <a:endParaRPr lang="en-US" sz="1500" dirty="0" smtClean="0"/>
          </a:p>
          <a:p>
            <a:pPr marL="400050" lvl="1" indent="0">
              <a:buNone/>
            </a:pPr>
            <a:r>
              <a:rPr lang="en-US" sz="1500" dirty="0" smtClean="0"/>
              <a:t>In </a:t>
            </a:r>
            <a:r>
              <a:rPr lang="en-US" sz="1500" dirty="0"/>
              <a:t>Proceedings of the 2013 Conference of the North American Chapter of the Association for Computational Linguistics: Human Language Technologies, </a:t>
            </a:r>
            <a:endParaRPr lang="en-US" sz="1500" dirty="0" smtClean="0"/>
          </a:p>
          <a:p>
            <a:pPr marL="400050" lvl="1" indent="0">
              <a:buNone/>
            </a:pPr>
            <a:r>
              <a:rPr lang="en-US" sz="1500" dirty="0" smtClean="0"/>
              <a:t>pages </a:t>
            </a:r>
            <a:r>
              <a:rPr lang="en-US" sz="1500" dirty="0"/>
              <a:t>858–867.</a:t>
            </a:r>
            <a:endParaRPr lang="fr-FR" sz="1500" dirty="0" smtClean="0"/>
          </a:p>
          <a:p>
            <a:endParaRPr lang="fr-FR" sz="1500" dirty="0" smtClean="0"/>
          </a:p>
          <a:p>
            <a:endParaRPr lang="fr-FR" sz="1500" dirty="0"/>
          </a:p>
        </p:txBody>
      </p:sp>
    </p:spTree>
    <p:extLst>
      <p:ext uri="{BB962C8B-B14F-4D97-AF65-F5344CB8AC3E}">
        <p14:creationId xmlns:p14="http://schemas.microsoft.com/office/powerpoint/2010/main" val="422087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 smtClean="0"/>
              <a:t>Série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d’exercice</a:t>
            </a:r>
            <a:endParaRPr lang="ko-KR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720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Question ?</a:t>
            </a:r>
            <a:endParaRPr lang="ko-KR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65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11541</TotalTime>
  <Words>277</Words>
  <Application>Microsoft Office PowerPoint</Application>
  <PresentationFormat>Affichage à l'écran (16:9)</PresentationFormat>
  <Paragraphs>54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Cover and End Slide Master</vt:lpstr>
      <vt:lpstr>Contents Slide Master</vt:lpstr>
      <vt:lpstr>Section Break Slide Master</vt:lpstr>
      <vt:lpstr>Présentation PowerPoint</vt:lpstr>
      <vt:lpstr>Insérer une note de bas de page </vt:lpstr>
      <vt:lpstr>Insérer une note de bas de page </vt:lpstr>
      <vt:lpstr>Saisir les éléments de la bibliographie</vt:lpstr>
      <vt:lpstr>Saisir les éléments de la bibliographie</vt:lpstr>
      <vt:lpstr>Saisir les éléments de la bibliographie</vt:lpstr>
      <vt:lpstr>Saisir les éléments de la bibliographie</vt:lpstr>
      <vt:lpstr>Créer une bibliographie</vt:lpstr>
      <vt:lpstr>Exercice 1: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Aouichat Asma</cp:lastModifiedBy>
  <cp:revision>351</cp:revision>
  <dcterms:created xsi:type="dcterms:W3CDTF">2016-12-05T23:26:54Z</dcterms:created>
  <dcterms:modified xsi:type="dcterms:W3CDTF">2021-02-01T12:43:34Z</dcterms:modified>
</cp:coreProperties>
</file>